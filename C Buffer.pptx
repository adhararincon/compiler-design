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type="screen4x3" cy="6858000" cx="9144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xmlns:r="http://schemas.openxmlformats.org/officeDocument/2006/relationships" xmlns:a="http://schemas.openxmlformats.org/drawingml/2006/main" lastView="sldThumbnailView">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tableStyles" Target="tableStyles.xml"/><Relationship Id="rId24" Type="http://schemas.openxmlformats.org/officeDocument/2006/relationships/presProps" Target="presProps.xml"/><Relationship Id="rId2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66" name=""/>
        <p:cNvGrpSpPr/>
        <p:nvPr/>
      </p:nvGrpSpPr>
      <p:grpSpPr>
        <a:xfrm>
          <a:off x="0" y="0"/>
          <a:ext cx="0" cy="0"/>
          <a:chOff x="0" y="0"/>
          <a:chExt cx="0" cy="0"/>
        </a:xfrm>
      </p:grpSpPr>
      <p:sp>
        <p:nvSpPr>
          <p:cNvPr id="1048691" name="Header Placeholder 1"/>
          <p:cNvSpPr>
            <a:spLocks noGrp="1"/>
          </p:cNvSpPr>
          <p:nvPr>
            <p:ph type="hdr" sz="quarter"/>
          </p:nvPr>
        </p:nvSpPr>
        <p:spPr>
          <a:xfrm>
            <a:off x="0" y="0"/>
            <a:ext cx="2971800" cy="457200"/>
          </a:xfrm>
          <a:prstGeom prst="rect"/>
        </p:spPr>
        <p:txBody>
          <a:bodyPr bIns="45720" lIns="91440" rIns="91440" rtlCol="0" tIns="45720" vert="horz"/>
          <a:lstStyle>
            <a:lvl1pPr algn="l">
              <a:defRPr sz="1200"/>
            </a:lvl1pPr>
          </a:lstStyle>
          <a:p>
            <a:endParaRPr lang="en-US"/>
          </a:p>
        </p:txBody>
      </p:sp>
      <p:sp>
        <p:nvSpPr>
          <p:cNvPr id="1048692" name="Date Placeholder 2"/>
          <p:cNvSpPr>
            <a:spLocks noGrp="1"/>
          </p:cNvSpPr>
          <p:nvPr>
            <p:ph type="dt" idx="1"/>
          </p:nvPr>
        </p:nvSpPr>
        <p:spPr>
          <a:xfrm>
            <a:off x="3884613" y="0"/>
            <a:ext cx="2971800" cy="457200"/>
          </a:xfrm>
          <a:prstGeom prst="rect"/>
        </p:spPr>
        <p:txBody>
          <a:bodyPr bIns="45720" lIns="91440" rIns="91440" rtlCol="0" tIns="45720" vert="horz"/>
          <a:lstStyle>
            <a:lvl1pPr algn="r">
              <a:defRPr sz="1200"/>
            </a:lvl1pPr>
          </a:lstStyle>
          <a:p>
            <a:fld id="{E40EB7DA-5579-451C-B734-83252079160E}" type="datetimeFigureOut">
              <a:rPr lang="en-US" smtClean="0"/>
            </a:fld>
            <a:endParaRPr lang="en-US"/>
          </a:p>
        </p:txBody>
      </p:sp>
      <p:sp>
        <p:nvSpPr>
          <p:cNvPr id="1048693" name="Slide Image Placeholder 3"/>
          <p:cNvSpPr>
            <a:spLocks noChangeAspect="1" noRot="1" noGrp="1"/>
          </p:cNvSpPr>
          <p:nvPr>
            <p:ph type="sldImg" idx="2"/>
          </p:nvPr>
        </p:nvSpPr>
        <p:spPr>
          <a:xfrm>
            <a:off x="1143000" y="685800"/>
            <a:ext cx="4572000" cy="3429000"/>
          </a:xfrm>
          <a:prstGeom prst="rect"/>
          <a:noFill/>
          <a:ln w="12700">
            <a:solidFill>
              <a:prstClr val="black"/>
            </a:solidFill>
          </a:ln>
        </p:spPr>
        <p:txBody>
          <a:bodyPr anchor="ctr" bIns="45720" lIns="91440" rIns="91440" rtlCol="0" tIns="45720" vert="horz"/>
          <a:p>
            <a:endParaRPr lang="en-US"/>
          </a:p>
        </p:txBody>
      </p:sp>
      <p:sp>
        <p:nvSpPr>
          <p:cNvPr id="1048694" name="Notes Placeholder 4"/>
          <p:cNvSpPr>
            <a:spLocks noGrp="1"/>
          </p:cNvSpPr>
          <p:nvPr>
            <p:ph type="body" sz="quarter" idx="3"/>
          </p:nvPr>
        </p:nvSpPr>
        <p:spPr>
          <a:xfrm>
            <a:off x="685800" y="4343400"/>
            <a:ext cx="5486400" cy="4114800"/>
          </a:xfrm>
          <a:prstGeom prst="rect"/>
        </p:spPr>
        <p:txBody>
          <a:bodyPr bIns="45720" lIns="91440" rIns="91440" rtlCol="0" tIns="45720" vert="horz">
            <a:normAutofit/>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95" name="Footer Placeholder 5"/>
          <p:cNvSpPr>
            <a:spLocks noGrp="1"/>
          </p:cNvSpPr>
          <p:nvPr>
            <p:ph type="ftr" sz="quarter" idx="4"/>
          </p:nvPr>
        </p:nvSpPr>
        <p:spPr>
          <a:xfrm>
            <a:off x="0" y="8685213"/>
            <a:ext cx="2971800" cy="457200"/>
          </a:xfrm>
          <a:prstGeom prst="rect"/>
        </p:spPr>
        <p:txBody>
          <a:bodyPr anchor="b" bIns="45720" lIns="91440" rIns="91440" rtlCol="0" tIns="45720" vert="horz"/>
          <a:lstStyle>
            <a:lvl1pPr algn="l">
              <a:defRPr sz="1200"/>
            </a:lvl1pPr>
          </a:lstStyle>
          <a:p>
            <a:endParaRPr lang="en-US"/>
          </a:p>
        </p:txBody>
      </p:sp>
      <p:sp>
        <p:nvSpPr>
          <p:cNvPr id="1048696" name="Slide Number Placeholder 6"/>
          <p:cNvSpPr>
            <a:spLocks noGrp="1"/>
          </p:cNvSpPr>
          <p:nvPr>
            <p:ph type="sldNum" sz="quarter" idx="5"/>
          </p:nvPr>
        </p:nvSpPr>
        <p:spPr>
          <a:xfrm>
            <a:off x="3884613" y="8685213"/>
            <a:ext cx="2971800" cy="457200"/>
          </a:xfrm>
          <a:prstGeom prst="rect"/>
        </p:spPr>
        <p:txBody>
          <a:bodyPr anchor="b" bIns="45720" lIns="91440" rIns="91440" rtlCol="0" tIns="45720" vert="horz"/>
          <a:lstStyle>
            <a:lvl1pPr algn="r">
              <a:defRPr sz="1200"/>
            </a:lvl1pPr>
          </a:lstStyle>
          <a:p>
            <a:fld id="{05F96F15-2AAA-42D1-9F10-A44136B5AC25}" type="slidenum">
              <a:rPr lang="en-US" smtClean="0"/>
            </a:fld>
            <a:endParaRPr lang="en-US"/>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bg>
      <p:bgRef idx="1002">
        <a:schemeClr val="bg2"/>
      </p:bgRef>
    </p:bg>
    <p:spTree>
      <p:nvGrpSpPr>
        <p:cNvPr id="56" name=""/>
        <p:cNvGrpSpPr/>
        <p:nvPr/>
      </p:nvGrpSpPr>
      <p:grpSpPr>
        <a:xfrm>
          <a:off x="0" y="0"/>
          <a:ext cx="0" cy="0"/>
          <a:chOff x="0" y="0"/>
          <a:chExt cx="0" cy="0"/>
        </a:xfrm>
      </p:grpSpPr>
      <p:sp>
        <p:nvSpPr>
          <p:cNvPr id="1048634" name="Title 8"/>
          <p:cNvSpPr>
            <a:spLocks noGrp="1"/>
          </p:cNvSpPr>
          <p:nvPr>
            <p:ph type="ctrTitle"/>
          </p:nvPr>
        </p:nvSpPr>
        <p:spPr>
          <a:xfrm>
            <a:off x="533400" y="1371600"/>
            <a:ext cx="7851648" cy="1828800"/>
          </a:xfrm>
          <a:ln>
            <a:noFill/>
          </a:ln>
        </p:spPr>
        <p:txBody>
          <a:bodyPr anchor="b" bIns="0" rIns="18288" tIns="0" vert="horz">
            <a:normAutofit/>
            <a:scene3d>
              <a:camera prst="orthographicFront"/>
              <a:lightRig dir="t" rig="freezing">
                <a:rot lat="0" lon="0" rev="5640000"/>
              </a:lightRig>
            </a:scene3d>
            <a:sp3d prstMaterial="flat">
              <a:bevelT w="38100" h="38100"/>
              <a:contourClr>
                <a:schemeClr val="tx2"/>
              </a:contourClr>
            </a:sp3d>
          </a:bodyPr>
          <a:lstStyle>
            <a:lvl1pPr algn="r" rtl="0">
              <a:spcBef>
                <a:spcPct val="0"/>
              </a:spcBef>
              <a:buNone/>
              <a:defRPr b="1" sz="5600">
                <a:ln>
                  <a:noFill/>
                </a:ln>
                <a:solidFill>
                  <a:schemeClr val="accent3">
                    <a:tint val="90000"/>
                    <a:satMod val="120000"/>
                  </a:schemeClr>
                </a:solidFill>
                <a:effectLst>
                  <a:outerShdw algn="tl" blurRad="38100" dir="5400000" dist="25400"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048635" name="Subtitle 16"/>
          <p:cNvSpPr>
            <a:spLocks noGrp="1"/>
          </p:cNvSpPr>
          <p:nvPr>
            <p:ph type="subTitle" idx="1"/>
          </p:nvPr>
        </p:nvSpPr>
        <p:spPr>
          <a:xfrm>
            <a:off x="533400" y="3228536"/>
            <a:ext cx="7854696" cy="1752600"/>
          </a:xfrm>
        </p:spPr>
        <p:txBody>
          <a:bodyPr lIns="0" rIns="18288"/>
          <a:lstStyle>
            <a:lvl1pPr algn="r" indent="0" marL="0" marR="45720">
              <a:buNone/>
              <a:defRPr>
                <a:solidFill>
                  <a:schemeClr val="tx1"/>
                </a:solidFill>
              </a:defRPr>
            </a:lvl1pPr>
            <a:lvl2pPr algn="ctr" indent="0" marL="457200">
              <a:buNone/>
            </a:lvl2pPr>
            <a:lvl3pPr algn="ctr" indent="0" marL="914400">
              <a:buNone/>
            </a:lvl3pPr>
            <a:lvl4pPr algn="ctr" indent="0" marL="1371600">
              <a:buNone/>
            </a:lvl4pPr>
            <a:lvl5pPr algn="ctr" indent="0" marL="1828800">
              <a:buNone/>
            </a:lvl5pPr>
            <a:lvl6pPr algn="ctr" indent="0" marL="2286000">
              <a:buNone/>
            </a:lvl6pPr>
            <a:lvl7pPr algn="ctr" indent="0" marL="2743200">
              <a:buNone/>
            </a:lvl7pPr>
            <a:lvl8pPr algn="ctr" indent="0" marL="3200400">
              <a:buNone/>
            </a:lvl8pPr>
            <a:lvl9pPr algn="ctr" indent="0" marL="3657600">
              <a:buNone/>
            </a:lvl9pPr>
          </a:lstStyle>
          <a:p>
            <a:r>
              <a:rPr kumimoji="0" lang="en-US" smtClean="0"/>
              <a:t>Click to edit Master subtitle style</a:t>
            </a:r>
            <a:endParaRPr kumimoji="0" lang="en-US"/>
          </a:p>
        </p:txBody>
      </p:sp>
      <p:sp>
        <p:nvSpPr>
          <p:cNvPr id="1048636" name="Date Placeholder 29"/>
          <p:cNvSpPr>
            <a:spLocks noGrp="1"/>
          </p:cNvSpPr>
          <p:nvPr>
            <p:ph type="dt" sz="half" idx="10"/>
          </p:nvPr>
        </p:nvSpPr>
        <p:spPr/>
        <p:txBody>
          <a:bodyPr/>
          <a:p>
            <a:fld id="{113C69C6-E5B6-4617-ADFF-E74E3E599BCE}" type="datetimeFigureOut">
              <a:rPr lang="en-US" smtClean="0"/>
            </a:fld>
            <a:endParaRPr lang="en-US"/>
          </a:p>
        </p:txBody>
      </p:sp>
      <p:sp>
        <p:nvSpPr>
          <p:cNvPr id="1048637" name="Footer Placeholder 18"/>
          <p:cNvSpPr>
            <a:spLocks noGrp="1"/>
          </p:cNvSpPr>
          <p:nvPr>
            <p:ph type="ftr" sz="quarter" idx="11"/>
          </p:nvPr>
        </p:nvSpPr>
        <p:spPr/>
        <p:txBody>
          <a:bodyPr/>
          <a:p>
            <a:endParaRPr lang="en-US"/>
          </a:p>
        </p:txBody>
      </p:sp>
      <p:sp>
        <p:nvSpPr>
          <p:cNvPr id="1048638" name="Slide Number Placeholder 26"/>
          <p:cNvSpPr>
            <a:spLocks noGrp="1"/>
          </p:cNvSpPr>
          <p:nvPr>
            <p:ph type="sldNum" sz="quarter" idx="12"/>
          </p:nvPr>
        </p:nvSpPr>
        <p:spPr/>
        <p:txBody>
          <a:bodyPr/>
          <a:p>
            <a:fld id="{DD2E36BD-C038-4ABB-9264-C1F5016E48C2}" type="slidenum">
              <a:rPr lang="en-US" smtClean="0"/>
            </a:fld>
            <a:endParaRPr lang="en-US"/>
          </a:p>
        </p:txBody>
      </p:sp>
    </p:spTree>
  </p:cSld>
  <p:clrMapOvr>
    <a:overrideClrMapping accent1="accent1" accent2="accent2" accent3="accent3" accent4="accent4" accent5="accent5" accent6="accent6" bg1="dk1" bg2="dk2" tx1="lt1" tx2="lt2"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25" name=""/>
        <p:cNvGrpSpPr/>
        <p:nvPr/>
      </p:nvGrpSpPr>
      <p:grpSpPr>
        <a:xfrm>
          <a:off x="0" y="0"/>
          <a:ext cx="0" cy="0"/>
          <a:chOff x="0" y="0"/>
          <a:chExt cx="0" cy="0"/>
        </a:xfrm>
      </p:grpSpPr>
      <p:sp>
        <p:nvSpPr>
          <p:cNvPr id="1048585" name="Title 1"/>
          <p:cNvSpPr>
            <a:spLocks noGrp="1"/>
          </p:cNvSpPr>
          <p:nvPr>
            <p:ph type="title"/>
          </p:nvPr>
        </p:nvSpPr>
        <p:spPr/>
        <p:txBody>
          <a:bodyPr/>
          <a:p>
            <a:r>
              <a:rPr kumimoji="0" lang="en-US" smtClean="0"/>
              <a:t>Click to edit Master title style</a:t>
            </a:r>
            <a:endParaRPr kumimoji="0" lang="en-US"/>
          </a:p>
        </p:txBody>
      </p:sp>
      <p:sp>
        <p:nvSpPr>
          <p:cNvPr id="1048586" name="Content Placeholder 2"/>
          <p:cNvSpPr>
            <a:spLocks noGrp="1"/>
          </p:cNvSpPr>
          <p:nvPr>
            <p:ph idx="1"/>
          </p:nvPr>
        </p:nvSpPr>
        <p:spPr/>
        <p:txBody>
          <a:bodyPr/>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587" name="Date Placeholder 3"/>
          <p:cNvSpPr>
            <a:spLocks noGrp="1"/>
          </p:cNvSpPr>
          <p:nvPr>
            <p:ph type="dt" sz="half" idx="10"/>
          </p:nvPr>
        </p:nvSpPr>
        <p:spPr/>
        <p:txBody>
          <a:bodyPr/>
          <a:p>
            <a:fld id="{113C69C6-E5B6-4617-ADFF-E74E3E599BCE}" type="datetimeFigureOut">
              <a:rPr lang="en-US" smtClean="0"/>
            </a:fld>
            <a:endParaRPr lang="en-US"/>
          </a:p>
        </p:txBody>
      </p:sp>
      <p:sp>
        <p:nvSpPr>
          <p:cNvPr id="1048588" name="Footer Placeholder 4"/>
          <p:cNvSpPr>
            <a:spLocks noGrp="1"/>
          </p:cNvSpPr>
          <p:nvPr>
            <p:ph type="ftr" sz="quarter" idx="11"/>
          </p:nvPr>
        </p:nvSpPr>
        <p:spPr/>
        <p:txBody>
          <a:bodyPr/>
          <a:p>
            <a:endParaRPr lang="en-US"/>
          </a:p>
        </p:txBody>
      </p:sp>
      <p:sp>
        <p:nvSpPr>
          <p:cNvPr id="1048589" name="Slide Number Placeholder 5"/>
          <p:cNvSpPr>
            <a:spLocks noGrp="1"/>
          </p:cNvSpPr>
          <p:nvPr>
            <p:ph type="sldNum" sz="quarter" idx="12"/>
          </p:nvPr>
        </p:nvSpPr>
        <p:spPr/>
        <p:txBody>
          <a:bodyPr/>
          <a:p>
            <a:fld id="{DD2E36BD-C038-4ABB-9264-C1F5016E48C2}"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bg>
      <p:bgRef idx="1002">
        <a:schemeClr val="bg2"/>
      </p:bgRef>
    </p:bg>
    <p:spTree>
      <p:nvGrpSpPr>
        <p:cNvPr id="61" name=""/>
        <p:cNvGrpSpPr/>
        <p:nvPr/>
      </p:nvGrpSpPr>
      <p:grpSpPr>
        <a:xfrm>
          <a:off x="0" y="0"/>
          <a:ext cx="0" cy="0"/>
          <a:chOff x="0" y="0"/>
          <a:chExt cx="0" cy="0"/>
        </a:xfrm>
      </p:grpSpPr>
      <p:sp>
        <p:nvSpPr>
          <p:cNvPr id="1048663" name="Title 1"/>
          <p:cNvSpPr>
            <a:spLocks noGrp="1"/>
          </p:cNvSpPr>
          <p:nvPr>
            <p:ph type="title"/>
          </p:nvPr>
        </p:nvSpPr>
        <p:spPr>
          <a:xfrm>
            <a:off x="530352" y="1316736"/>
            <a:ext cx="7772400" cy="1362456"/>
          </a:xfrm>
          <a:ln>
            <a:noFill/>
          </a:ln>
        </p:spPr>
        <p:txBody>
          <a:bodyPr anchor="b" bIns="0" tIns="0" vert="horz">
            <a:noAutofit/>
            <a:scene3d>
              <a:camera prst="orthographicFront"/>
              <a:lightRig dir="t" rig="freezing">
                <a:rot lat="0" lon="0" rev="5640000"/>
              </a:lightRig>
            </a:scene3d>
            <a:sp3d prstMaterial="flat">
              <a:bevelT w="38100" h="38100"/>
            </a:sp3d>
          </a:bodyPr>
          <a:lstStyle>
            <a:lvl1pPr algn="l" rtl="0">
              <a:spcBef>
                <a:spcPct val="0"/>
              </a:spcBef>
              <a:buNone/>
              <a:defRPr baseline="0" b="1" cap="none" dirty="0" sz="5600" lang="en-US">
                <a:ln w="635">
                  <a:noFill/>
                </a:ln>
                <a:solidFill>
                  <a:schemeClr val="accent4">
                    <a:tint val="90000"/>
                    <a:satMod val="125000"/>
                  </a:schemeClr>
                </a:solidFill>
                <a:effectLst>
                  <a:outerShdw algn="tl" blurRad="38100" dir="5400000" dist="25400"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048664" name="Text Placeholder 2"/>
          <p:cNvSpPr>
            <a:spLocks noGrp="1"/>
          </p:cNvSpPr>
          <p:nvPr>
            <p:ph type="body" idx="1"/>
          </p:nvPr>
        </p:nvSpPr>
        <p:spPr>
          <a:xfrm>
            <a:off x="530352" y="2704664"/>
            <a:ext cx="7772400" cy="1509712"/>
          </a:xfrm>
        </p:spPr>
        <p:txBody>
          <a:bodyPr anchor="t" lIns="45720" rIns="45720"/>
          <a:lstStyle>
            <a:lvl1pPr indent="0" marL="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eaLnBrk="1" hangingPunct="1" latinLnBrk="0" lvl="0"/>
            <a:r>
              <a:rPr kumimoji="0" lang="en-US" smtClean="0"/>
              <a:t>Click to edit Master text styles</a:t>
            </a:r>
          </a:p>
        </p:txBody>
      </p:sp>
      <p:sp>
        <p:nvSpPr>
          <p:cNvPr id="1048665" name="Date Placeholder 3"/>
          <p:cNvSpPr>
            <a:spLocks noGrp="1"/>
          </p:cNvSpPr>
          <p:nvPr>
            <p:ph type="dt" sz="half" idx="10"/>
          </p:nvPr>
        </p:nvSpPr>
        <p:spPr/>
        <p:txBody>
          <a:bodyPr/>
          <a:p>
            <a:fld id="{113C69C6-E5B6-4617-ADFF-E74E3E599BCE}" type="datetimeFigureOut">
              <a:rPr lang="en-US" smtClean="0"/>
            </a:fld>
            <a:endParaRPr lang="en-US"/>
          </a:p>
        </p:txBody>
      </p:sp>
      <p:sp>
        <p:nvSpPr>
          <p:cNvPr id="1048666" name="Footer Placeholder 4"/>
          <p:cNvSpPr>
            <a:spLocks noGrp="1"/>
          </p:cNvSpPr>
          <p:nvPr>
            <p:ph type="ftr" sz="quarter" idx="11"/>
          </p:nvPr>
        </p:nvSpPr>
        <p:spPr/>
        <p:txBody>
          <a:bodyPr/>
          <a:p>
            <a:endParaRPr lang="en-US"/>
          </a:p>
        </p:txBody>
      </p:sp>
      <p:sp>
        <p:nvSpPr>
          <p:cNvPr id="1048667" name="Slide Number Placeholder 5"/>
          <p:cNvSpPr>
            <a:spLocks noGrp="1"/>
          </p:cNvSpPr>
          <p:nvPr>
            <p:ph type="sldNum" sz="quarter" idx="12"/>
          </p:nvPr>
        </p:nvSpPr>
        <p:spPr/>
        <p:txBody>
          <a:bodyPr/>
          <a:p>
            <a:fld id="{DD2E36BD-C038-4ABB-9264-C1F5016E48C2}" type="slidenum">
              <a:rPr lang="en-US" smtClean="0"/>
            </a:fld>
            <a:endParaRPr lang="en-US"/>
          </a:p>
        </p:txBody>
      </p:sp>
    </p:spTree>
  </p:cSld>
  <p:clrMapOvr>
    <a:overrideClrMapping accent1="accent1" accent2="accent2" accent3="accent3" accent4="accent4" accent5="accent5" accent6="accent6" bg1="dk1" bg2="dk2" tx1="lt1" tx2="lt2"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62" name=""/>
        <p:cNvGrpSpPr/>
        <p:nvPr/>
      </p:nvGrpSpPr>
      <p:grpSpPr>
        <a:xfrm>
          <a:off x="0" y="0"/>
          <a:ext cx="0" cy="0"/>
          <a:chOff x="0" y="0"/>
          <a:chExt cx="0" cy="0"/>
        </a:xfrm>
      </p:grpSpPr>
      <p:sp>
        <p:nvSpPr>
          <p:cNvPr id="1048668" name="Title 1"/>
          <p:cNvSpPr>
            <a:spLocks noGrp="1"/>
          </p:cNvSpPr>
          <p:nvPr>
            <p:ph type="title"/>
          </p:nvPr>
        </p:nvSpPr>
        <p:spPr>
          <a:xfrm>
            <a:off x="457200" y="704088"/>
            <a:ext cx="8229600" cy="1143000"/>
          </a:xfrm>
        </p:spPr>
        <p:txBody>
          <a:bodyPr/>
          <a:p>
            <a:r>
              <a:rPr kumimoji="0" lang="en-US" smtClean="0"/>
              <a:t>Click to edit Master title style</a:t>
            </a:r>
            <a:endParaRPr kumimoji="0" lang="en-US"/>
          </a:p>
        </p:txBody>
      </p:sp>
      <p:sp>
        <p:nvSpPr>
          <p:cNvPr id="1048669"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670"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671" name="Date Placeholder 4"/>
          <p:cNvSpPr>
            <a:spLocks noGrp="1"/>
          </p:cNvSpPr>
          <p:nvPr>
            <p:ph type="dt" sz="half" idx="10"/>
          </p:nvPr>
        </p:nvSpPr>
        <p:spPr/>
        <p:txBody>
          <a:bodyPr/>
          <a:p>
            <a:fld id="{113C69C6-E5B6-4617-ADFF-E74E3E599BCE}" type="datetimeFigureOut">
              <a:rPr lang="en-US" smtClean="0"/>
            </a:fld>
            <a:endParaRPr lang="en-US"/>
          </a:p>
        </p:txBody>
      </p:sp>
      <p:sp>
        <p:nvSpPr>
          <p:cNvPr id="1048672" name="Footer Placeholder 5"/>
          <p:cNvSpPr>
            <a:spLocks noGrp="1"/>
          </p:cNvSpPr>
          <p:nvPr>
            <p:ph type="ftr" sz="quarter" idx="11"/>
          </p:nvPr>
        </p:nvSpPr>
        <p:spPr/>
        <p:txBody>
          <a:bodyPr/>
          <a:p>
            <a:endParaRPr lang="en-US"/>
          </a:p>
        </p:txBody>
      </p:sp>
      <p:sp>
        <p:nvSpPr>
          <p:cNvPr id="1048673" name="Slide Number Placeholder 6"/>
          <p:cNvSpPr>
            <a:spLocks noGrp="1"/>
          </p:cNvSpPr>
          <p:nvPr>
            <p:ph type="sldNum" sz="quarter" idx="12"/>
          </p:nvPr>
        </p:nvSpPr>
        <p:spPr/>
        <p:txBody>
          <a:bodyPr/>
          <a:p>
            <a:fld id="{DD2E36BD-C038-4ABB-9264-C1F5016E48C2}"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63" name=""/>
        <p:cNvGrpSpPr/>
        <p:nvPr/>
      </p:nvGrpSpPr>
      <p:grpSpPr>
        <a:xfrm>
          <a:off x="0" y="0"/>
          <a:ext cx="0" cy="0"/>
          <a:chOff x="0" y="0"/>
          <a:chExt cx="0" cy="0"/>
        </a:xfrm>
      </p:grpSpPr>
      <p:sp>
        <p:nvSpPr>
          <p:cNvPr id="1048674" name="Title 1"/>
          <p:cNvSpPr>
            <a:spLocks noGrp="1"/>
          </p:cNvSpPr>
          <p:nvPr>
            <p:ph type="title"/>
          </p:nvPr>
        </p:nvSpPr>
        <p:spPr>
          <a:xfrm>
            <a:off x="457200" y="704088"/>
            <a:ext cx="8229600" cy="1143000"/>
          </a:xfrm>
        </p:spPr>
        <p:txBody>
          <a:bodyPr anchor="b" tIns="45720"/>
          <a:p>
            <a:r>
              <a:rPr kumimoji="0" lang="en-US" smtClean="0"/>
              <a:t>Click to edit Master title style</a:t>
            </a:r>
            <a:endParaRPr kumimoji="0" lang="en-US"/>
          </a:p>
        </p:txBody>
      </p:sp>
      <p:sp>
        <p:nvSpPr>
          <p:cNvPr id="1048675" name="Text Placeholder 2"/>
          <p:cNvSpPr>
            <a:spLocks noGrp="1"/>
          </p:cNvSpPr>
          <p:nvPr>
            <p:ph type="body" idx="1"/>
          </p:nvPr>
        </p:nvSpPr>
        <p:spPr>
          <a:xfrm>
            <a:off x="457200" y="1855248"/>
            <a:ext cx="4040188" cy="659352"/>
          </a:xfrm>
        </p:spPr>
        <p:txBody>
          <a:bodyPr anchor="ctr" bIns="0" lIns="45720" rIns="45720" tIns="0">
            <a:noAutofit/>
          </a:bodyPr>
          <a:lstStyle>
            <a:lvl1pPr indent="0" marL="0">
              <a:buNone/>
              <a:defRPr baseline="0" b="1" cap="none" sz="2400">
                <a:solidFill>
                  <a:schemeClr val="tx2"/>
                </a:solidFill>
                <a:effectLst/>
              </a:defRPr>
            </a:lvl1pPr>
            <a:lvl2pPr>
              <a:buNone/>
              <a:defRPr b="1" sz="2000"/>
            </a:lvl2pPr>
            <a:lvl3pPr>
              <a:buNone/>
              <a:defRPr b="1" sz="1800"/>
            </a:lvl3pPr>
            <a:lvl4pPr>
              <a:buNone/>
              <a:defRPr b="1" sz="1600"/>
            </a:lvl4pPr>
            <a:lvl5pPr>
              <a:buNone/>
              <a:defRPr b="1" sz="1600"/>
            </a:lvl5pPr>
          </a:lstStyle>
          <a:p>
            <a:pPr eaLnBrk="1" hangingPunct="1" latinLnBrk="0" lvl="0"/>
            <a:r>
              <a:rPr kumimoji="0" lang="en-US" smtClean="0"/>
              <a:t>Click to edit Master text styles</a:t>
            </a:r>
          </a:p>
        </p:txBody>
      </p:sp>
      <p:sp>
        <p:nvSpPr>
          <p:cNvPr id="1048676" name="Text Placeholder 3"/>
          <p:cNvSpPr>
            <a:spLocks noGrp="1"/>
          </p:cNvSpPr>
          <p:nvPr>
            <p:ph type="body" sz="half" idx="3"/>
          </p:nvPr>
        </p:nvSpPr>
        <p:spPr>
          <a:xfrm>
            <a:off x="4645025" y="1859757"/>
            <a:ext cx="4041775" cy="654843"/>
          </a:xfrm>
        </p:spPr>
        <p:txBody>
          <a:bodyPr anchor="ctr" bIns="0" lIns="45720" rIns="45720" tIns="0"/>
          <a:lstStyle>
            <a:lvl1pPr indent="0" marL="0">
              <a:buNone/>
              <a:defRPr baseline="0" b="1" cap="none" sz="2400">
                <a:solidFill>
                  <a:schemeClr val="tx2"/>
                </a:solidFill>
                <a:effectLst/>
              </a:defRPr>
            </a:lvl1pPr>
            <a:lvl2pPr>
              <a:buNone/>
              <a:defRPr b="1" sz="2000"/>
            </a:lvl2pPr>
            <a:lvl3pPr>
              <a:buNone/>
              <a:defRPr b="1" sz="1800"/>
            </a:lvl3pPr>
            <a:lvl4pPr>
              <a:buNone/>
              <a:defRPr b="1" sz="1600"/>
            </a:lvl4pPr>
            <a:lvl5pPr>
              <a:buNone/>
              <a:defRPr b="1" sz="1600"/>
            </a:lvl5pPr>
          </a:lstStyle>
          <a:p>
            <a:pPr eaLnBrk="1" hangingPunct="1" latinLnBrk="0" lvl="0"/>
            <a:r>
              <a:rPr kumimoji="0" lang="en-US" smtClean="0"/>
              <a:t>Click to edit Master text styles</a:t>
            </a:r>
          </a:p>
        </p:txBody>
      </p:sp>
      <p:sp>
        <p:nvSpPr>
          <p:cNvPr id="1048677"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678"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679" name="Date Placeholder 6"/>
          <p:cNvSpPr>
            <a:spLocks noGrp="1"/>
          </p:cNvSpPr>
          <p:nvPr>
            <p:ph type="dt" sz="half" idx="10"/>
          </p:nvPr>
        </p:nvSpPr>
        <p:spPr/>
        <p:txBody>
          <a:bodyPr/>
          <a:p>
            <a:fld id="{113C69C6-E5B6-4617-ADFF-E74E3E599BCE}" type="datetimeFigureOut">
              <a:rPr lang="en-US" smtClean="0"/>
            </a:fld>
            <a:endParaRPr lang="en-US"/>
          </a:p>
        </p:txBody>
      </p:sp>
      <p:sp>
        <p:nvSpPr>
          <p:cNvPr id="1048680" name="Footer Placeholder 7"/>
          <p:cNvSpPr>
            <a:spLocks noGrp="1"/>
          </p:cNvSpPr>
          <p:nvPr>
            <p:ph type="ftr" sz="quarter" idx="11"/>
          </p:nvPr>
        </p:nvSpPr>
        <p:spPr/>
        <p:txBody>
          <a:bodyPr/>
          <a:p>
            <a:endParaRPr lang="en-US"/>
          </a:p>
        </p:txBody>
      </p:sp>
      <p:sp>
        <p:nvSpPr>
          <p:cNvPr id="1048681" name="Slide Number Placeholder 8"/>
          <p:cNvSpPr>
            <a:spLocks noGrp="1"/>
          </p:cNvSpPr>
          <p:nvPr>
            <p:ph type="sldNum" sz="quarter" idx="12"/>
          </p:nvPr>
        </p:nvSpPr>
        <p:spPr/>
        <p:txBody>
          <a:bodyPr/>
          <a:p>
            <a:fld id="{DD2E36BD-C038-4ABB-9264-C1F5016E48C2}"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57" name=""/>
        <p:cNvGrpSpPr/>
        <p:nvPr/>
      </p:nvGrpSpPr>
      <p:grpSpPr>
        <a:xfrm>
          <a:off x="0" y="0"/>
          <a:ext cx="0" cy="0"/>
          <a:chOff x="0" y="0"/>
          <a:chExt cx="0" cy="0"/>
        </a:xfrm>
      </p:grpSpPr>
      <p:sp>
        <p:nvSpPr>
          <p:cNvPr id="1048639" name="Title 1"/>
          <p:cNvSpPr>
            <a:spLocks noGrp="1"/>
          </p:cNvSpPr>
          <p:nvPr>
            <p:ph type="title"/>
          </p:nvPr>
        </p:nvSpPr>
        <p:spPr>
          <a:xfrm>
            <a:off x="457200" y="704088"/>
            <a:ext cx="8305800" cy="1143000"/>
          </a:xfrm>
        </p:spPr>
        <p:txBody>
          <a:bodyPr anchor="b" bIns="0" tIns="45720" vert="horz">
            <a:normAutofit/>
            <a:scene3d>
              <a:camera prst="orthographicFront"/>
              <a:lightRig dir="t" rig="freezing">
                <a:rot lat="0" lon="0" rev="5640000"/>
              </a:lightRig>
            </a:scene3d>
            <a:sp3d prstMaterial="flat">
              <a:contourClr>
                <a:schemeClr val="tx2"/>
              </a:contourClr>
            </a:sp3d>
          </a:bodyPr>
          <a:lstStyle>
            <a:lvl1pPr algn="l" rtl="0">
              <a:spcBef>
                <a:spcPct val="0"/>
              </a:spcBef>
              <a:buNone/>
              <a:defRPr b="0" sz="500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1048640" name="Date Placeholder 2"/>
          <p:cNvSpPr>
            <a:spLocks noGrp="1"/>
          </p:cNvSpPr>
          <p:nvPr>
            <p:ph type="dt" sz="half" idx="10"/>
          </p:nvPr>
        </p:nvSpPr>
        <p:spPr/>
        <p:txBody>
          <a:bodyPr/>
          <a:p>
            <a:fld id="{113C69C6-E5B6-4617-ADFF-E74E3E599BCE}" type="datetimeFigureOut">
              <a:rPr lang="en-US" smtClean="0"/>
            </a:fld>
            <a:endParaRPr lang="en-US"/>
          </a:p>
        </p:txBody>
      </p:sp>
      <p:sp>
        <p:nvSpPr>
          <p:cNvPr id="1048641" name="Footer Placeholder 3"/>
          <p:cNvSpPr>
            <a:spLocks noGrp="1"/>
          </p:cNvSpPr>
          <p:nvPr>
            <p:ph type="ftr" sz="quarter" idx="11"/>
          </p:nvPr>
        </p:nvSpPr>
        <p:spPr/>
        <p:txBody>
          <a:bodyPr/>
          <a:p>
            <a:endParaRPr lang="en-US"/>
          </a:p>
        </p:txBody>
      </p:sp>
      <p:sp>
        <p:nvSpPr>
          <p:cNvPr id="1048642" name="Slide Number Placeholder 4"/>
          <p:cNvSpPr>
            <a:spLocks noGrp="1"/>
          </p:cNvSpPr>
          <p:nvPr>
            <p:ph type="sldNum" sz="quarter" idx="12"/>
          </p:nvPr>
        </p:nvSpPr>
        <p:spPr/>
        <p:txBody>
          <a:bodyPr/>
          <a:p>
            <a:fld id="{DD2E36BD-C038-4ABB-9264-C1F5016E48C2}"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64" name=""/>
        <p:cNvGrpSpPr/>
        <p:nvPr/>
      </p:nvGrpSpPr>
      <p:grpSpPr>
        <a:xfrm>
          <a:off x="0" y="0"/>
          <a:ext cx="0" cy="0"/>
          <a:chOff x="0" y="0"/>
          <a:chExt cx="0" cy="0"/>
        </a:xfrm>
      </p:grpSpPr>
      <p:sp>
        <p:nvSpPr>
          <p:cNvPr id="1048682" name="Date Placeholder 1"/>
          <p:cNvSpPr>
            <a:spLocks noGrp="1"/>
          </p:cNvSpPr>
          <p:nvPr>
            <p:ph type="dt" sz="half" idx="10"/>
          </p:nvPr>
        </p:nvSpPr>
        <p:spPr/>
        <p:txBody>
          <a:bodyPr/>
          <a:p>
            <a:fld id="{113C69C6-E5B6-4617-ADFF-E74E3E599BCE}" type="datetimeFigureOut">
              <a:rPr lang="en-US" smtClean="0"/>
            </a:fld>
            <a:endParaRPr lang="en-US"/>
          </a:p>
        </p:txBody>
      </p:sp>
      <p:sp>
        <p:nvSpPr>
          <p:cNvPr id="1048683" name="Footer Placeholder 2"/>
          <p:cNvSpPr>
            <a:spLocks noGrp="1"/>
          </p:cNvSpPr>
          <p:nvPr>
            <p:ph type="ftr" sz="quarter" idx="11"/>
          </p:nvPr>
        </p:nvSpPr>
        <p:spPr/>
        <p:txBody>
          <a:bodyPr/>
          <a:p>
            <a:endParaRPr lang="en-US"/>
          </a:p>
        </p:txBody>
      </p:sp>
      <p:sp>
        <p:nvSpPr>
          <p:cNvPr id="1048684" name="Slide Number Placeholder 3"/>
          <p:cNvSpPr>
            <a:spLocks noGrp="1"/>
          </p:cNvSpPr>
          <p:nvPr>
            <p:ph type="sldNum" sz="quarter" idx="12"/>
          </p:nvPr>
        </p:nvSpPr>
        <p:spPr/>
        <p:txBody>
          <a:bodyPr/>
          <a:p>
            <a:fld id="{DD2E36BD-C038-4ABB-9264-C1F5016E48C2}"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65" name=""/>
        <p:cNvGrpSpPr/>
        <p:nvPr/>
      </p:nvGrpSpPr>
      <p:grpSpPr>
        <a:xfrm>
          <a:off x="0" y="0"/>
          <a:ext cx="0" cy="0"/>
          <a:chOff x="0" y="0"/>
          <a:chExt cx="0" cy="0"/>
        </a:xfrm>
      </p:grpSpPr>
      <p:sp>
        <p:nvSpPr>
          <p:cNvPr id="1048685" name="Title 1"/>
          <p:cNvSpPr>
            <a:spLocks noGrp="1"/>
          </p:cNvSpPr>
          <p:nvPr>
            <p:ph type="title"/>
          </p:nvPr>
        </p:nvSpPr>
        <p:spPr>
          <a:xfrm>
            <a:off x="685800" y="514352"/>
            <a:ext cx="2743200" cy="1162050"/>
          </a:xfrm>
        </p:spPr>
        <p:txBody>
          <a:bodyPr anchor="b" lIns="0">
            <a:noAutofit/>
          </a:bodyPr>
          <a:lstStyle>
            <a:lvl1pPr algn="l" rtl="0">
              <a:spcBef>
                <a:spcPct val="0"/>
              </a:spcBef>
              <a:buNone/>
              <a:defRPr b="0" sz="260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1048686" name="Text Placeholder 2"/>
          <p:cNvSpPr>
            <a:spLocks noGrp="1"/>
          </p:cNvSpPr>
          <p:nvPr>
            <p:ph type="body" idx="2"/>
          </p:nvPr>
        </p:nvSpPr>
        <p:spPr>
          <a:xfrm>
            <a:off x="685800" y="1676400"/>
            <a:ext cx="2743200" cy="4572000"/>
          </a:xfrm>
        </p:spPr>
        <p:txBody>
          <a:bodyPr lIns="18288" rIns="18288"/>
          <a:lstStyle>
            <a:lvl1pPr algn="l" indent="0" marL="0">
              <a:buNone/>
              <a:defRPr sz="1400"/>
            </a:lvl1pPr>
            <a:lvl2pPr algn="l" indent="0">
              <a:buNone/>
              <a:defRPr sz="1200"/>
            </a:lvl2pPr>
            <a:lvl3pPr algn="l" indent="0">
              <a:buNone/>
              <a:defRPr sz="1000"/>
            </a:lvl3pPr>
            <a:lvl4pPr algn="l" indent="0">
              <a:buNone/>
              <a:defRPr sz="900"/>
            </a:lvl4pPr>
            <a:lvl5pPr algn="l" indent="0">
              <a:buNone/>
              <a:defRPr sz="900"/>
            </a:lvl5pPr>
          </a:lstStyle>
          <a:p>
            <a:pPr eaLnBrk="1" hangingPunct="1" latinLnBrk="0" lvl="0"/>
            <a:r>
              <a:rPr kumimoji="0" lang="en-US" smtClean="0"/>
              <a:t>Click to edit Master text styles</a:t>
            </a:r>
          </a:p>
        </p:txBody>
      </p:sp>
      <p:sp>
        <p:nvSpPr>
          <p:cNvPr id="1048687"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688" name="Date Placeholder 4"/>
          <p:cNvSpPr>
            <a:spLocks noGrp="1"/>
          </p:cNvSpPr>
          <p:nvPr>
            <p:ph type="dt" sz="half" idx="10"/>
          </p:nvPr>
        </p:nvSpPr>
        <p:spPr/>
        <p:txBody>
          <a:bodyPr/>
          <a:p>
            <a:fld id="{113C69C6-E5B6-4617-ADFF-E74E3E599BCE}" type="datetimeFigureOut">
              <a:rPr lang="en-US" smtClean="0"/>
            </a:fld>
            <a:endParaRPr lang="en-US"/>
          </a:p>
        </p:txBody>
      </p:sp>
      <p:sp>
        <p:nvSpPr>
          <p:cNvPr id="1048689" name="Footer Placeholder 5"/>
          <p:cNvSpPr>
            <a:spLocks noGrp="1"/>
          </p:cNvSpPr>
          <p:nvPr>
            <p:ph type="ftr" sz="quarter" idx="11"/>
          </p:nvPr>
        </p:nvSpPr>
        <p:spPr/>
        <p:txBody>
          <a:bodyPr/>
          <a:p>
            <a:endParaRPr lang="en-US"/>
          </a:p>
        </p:txBody>
      </p:sp>
      <p:sp>
        <p:nvSpPr>
          <p:cNvPr id="1048690" name="Slide Number Placeholder 6"/>
          <p:cNvSpPr>
            <a:spLocks noGrp="1"/>
          </p:cNvSpPr>
          <p:nvPr>
            <p:ph type="sldNum" sz="quarter" idx="12"/>
          </p:nvPr>
        </p:nvSpPr>
        <p:spPr/>
        <p:txBody>
          <a:bodyPr/>
          <a:p>
            <a:fld id="{DD2E36BD-C038-4ABB-9264-C1F5016E48C2}"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type="picTx">
  <p:cSld name="Picture with Caption">
    <p:spTree>
      <p:nvGrpSpPr>
        <p:cNvPr id="59" name=""/>
        <p:cNvGrpSpPr/>
        <p:nvPr/>
      </p:nvGrpSpPr>
      <p:grpSpPr>
        <a:xfrm>
          <a:off x="0" y="0"/>
          <a:ext cx="0" cy="0"/>
          <a:chOff x="0" y="0"/>
          <a:chExt cx="0" cy="0"/>
        </a:xfrm>
      </p:grpSpPr>
      <p:sp>
        <p:nvSpPr>
          <p:cNvPr id="1048648"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algn="tl" blurRad="63500" dir="7500000" dist="38500" kx="100000" rotWithShape="0" sx="98500" sy="10008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kumimoji="0" lang="en-US"/>
          </a:p>
        </p:txBody>
      </p:sp>
      <p:sp>
        <p:nvSpPr>
          <p:cNvPr id="1048649" name="Right Triangle 11"/>
          <p:cNvSpPr/>
          <p:nvPr/>
        </p:nvSpPr>
        <p:spPr>
          <a:xfrm rot="420000" flipV="1">
            <a:off x="8004134" y="5359769"/>
            <a:ext cx="155448" cy="155448"/>
          </a:xfrm>
          <a:prstGeom prst="rtTriangle"/>
          <a:solidFill>
            <a:srgbClr val="FFFFFF"/>
          </a:solidFill>
          <a:ln w="12700" cap="flat" cmpd="sng" algn="ctr">
            <a:solidFill>
              <a:srgbClr val="FFFFFF"/>
            </a:solidFill>
            <a:prstDash val="solid"/>
            <a:bevel/>
          </a:ln>
          <a:effectLst>
            <a:outerShdw algn="tl" blurRad="19685" dir="12900000" dist="6350"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rtlCol="0"/>
          <a:p>
            <a:pPr algn="ctr" eaLnBrk="1" hangingPunct="1" latinLnBrk="0"/>
            <a:endParaRPr kumimoji="0" lang="en-US"/>
          </a:p>
        </p:txBody>
      </p:sp>
      <p:sp>
        <p:nvSpPr>
          <p:cNvPr id="1048650" name="Title 1"/>
          <p:cNvSpPr>
            <a:spLocks noGrp="1"/>
          </p:cNvSpPr>
          <p:nvPr>
            <p:ph type="title"/>
          </p:nvPr>
        </p:nvSpPr>
        <p:spPr>
          <a:xfrm>
            <a:off x="609600" y="1176996"/>
            <a:ext cx="2212848" cy="1582621"/>
          </a:xfrm>
        </p:spPr>
        <p:txBody>
          <a:bodyPr anchor="b" bIns="45720" lIns="45720" rIns="45720" tIns="45720" vert="horz"/>
          <a:lstStyle>
            <a:lvl1pPr algn="l">
              <a:buNone/>
              <a:defRPr b="1" sz="2000">
                <a:solidFill>
                  <a:schemeClr val="tx2"/>
                </a:solidFill>
              </a:defRPr>
            </a:lvl1pPr>
          </a:lstStyle>
          <a:p>
            <a:r>
              <a:rPr kumimoji="0" lang="en-US" smtClean="0"/>
              <a:t>Click to edit Master title style</a:t>
            </a:r>
            <a:endParaRPr kumimoji="0" lang="en-US"/>
          </a:p>
        </p:txBody>
      </p:sp>
      <p:sp>
        <p:nvSpPr>
          <p:cNvPr id="1048651" name="Text Placeholder 3"/>
          <p:cNvSpPr>
            <a:spLocks noGrp="1"/>
          </p:cNvSpPr>
          <p:nvPr>
            <p:ph type="body" sz="half" idx="2"/>
          </p:nvPr>
        </p:nvSpPr>
        <p:spPr>
          <a:xfrm>
            <a:off x="609600" y="2828785"/>
            <a:ext cx="2209800" cy="2179320"/>
          </a:xfrm>
        </p:spPr>
        <p:txBody>
          <a:bodyPr anchor="t" bIns="45720" lIns="64008" rIns="45720"/>
          <a:lstStyle>
            <a:lvl1pPr algn="l" indent="0" marL="0">
              <a:spcBef>
                <a:spcPts val="250"/>
              </a:spcBef>
              <a:buFontTx/>
              <a:buNone/>
              <a:defRPr sz="1300"/>
            </a:lvl1pPr>
            <a:lvl2pPr>
              <a:defRPr sz="1200"/>
            </a:lvl2pPr>
            <a:lvl3pPr>
              <a:defRPr sz="1000"/>
            </a:lvl3pPr>
            <a:lvl4pPr>
              <a:defRPr sz="900"/>
            </a:lvl4pPr>
            <a:lvl5pPr>
              <a:defRPr sz="900"/>
            </a:lvl5pPr>
          </a:lstStyle>
          <a:p>
            <a:pPr eaLnBrk="1" hangingPunct="1" latinLnBrk="0" lvl="0"/>
            <a:r>
              <a:rPr kumimoji="0" lang="en-US" smtClean="0"/>
              <a:t>Click to edit Master text styles</a:t>
            </a:r>
          </a:p>
        </p:txBody>
      </p:sp>
      <p:sp>
        <p:nvSpPr>
          <p:cNvPr id="1048652" name="Date Placeholder 4"/>
          <p:cNvSpPr>
            <a:spLocks noGrp="1"/>
          </p:cNvSpPr>
          <p:nvPr>
            <p:ph type="dt" sz="half" idx="10"/>
          </p:nvPr>
        </p:nvSpPr>
        <p:spPr/>
        <p:txBody>
          <a:bodyPr/>
          <a:p>
            <a:fld id="{113C69C6-E5B6-4617-ADFF-E74E3E599BCE}" type="datetimeFigureOut">
              <a:rPr lang="en-US" smtClean="0"/>
            </a:fld>
            <a:endParaRPr lang="en-US"/>
          </a:p>
        </p:txBody>
      </p:sp>
      <p:sp>
        <p:nvSpPr>
          <p:cNvPr id="1048653" name="Footer Placeholder 5"/>
          <p:cNvSpPr>
            <a:spLocks noGrp="1"/>
          </p:cNvSpPr>
          <p:nvPr>
            <p:ph type="ftr" sz="quarter" idx="11"/>
          </p:nvPr>
        </p:nvSpPr>
        <p:spPr/>
        <p:txBody>
          <a:bodyPr/>
          <a:p>
            <a:endParaRPr lang="en-US"/>
          </a:p>
        </p:txBody>
      </p:sp>
      <p:sp>
        <p:nvSpPr>
          <p:cNvPr id="1048654" name="Slide Number Placeholder 6"/>
          <p:cNvSpPr>
            <a:spLocks noGrp="1"/>
          </p:cNvSpPr>
          <p:nvPr>
            <p:ph type="sldNum" sz="quarter" idx="12"/>
          </p:nvPr>
        </p:nvSpPr>
        <p:spPr>
          <a:xfrm>
            <a:off x="8077200" y="6356350"/>
            <a:ext cx="609600" cy="365125"/>
          </a:xfrm>
        </p:spPr>
        <p:txBody>
          <a:bodyPr/>
          <a:p>
            <a:fld id="{DD2E36BD-C038-4ABB-9264-C1F5016E48C2}" type="slidenum">
              <a:rPr lang="en-US" smtClean="0"/>
            </a:fld>
            <a:endParaRPr lang="en-US"/>
          </a:p>
        </p:txBody>
      </p:sp>
      <p:sp>
        <p:nvSpPr>
          <p:cNvPr id="1048655" name="Picture Placeholder 2"/>
          <p:cNvSpPr>
            <a:spLocks noGrp="1"/>
          </p:cNvSpPr>
          <p:nvPr>
            <p:ph type="pic" idx="1"/>
          </p:nvPr>
        </p:nvSpPr>
        <p:spPr>
          <a:xfrm rot="420000">
            <a:off x="3485793" y="1199517"/>
            <a:ext cx="4617720" cy="3931920"/>
          </a:xfrm>
          <a:prstGeom prst="rect"/>
          <a:solidFill>
            <a:schemeClr val="bg2"/>
          </a:solidFill>
          <a:ln w="3000" cap="rnd">
            <a:solidFill>
              <a:srgbClr val="C0C0C0"/>
            </a:solidFill>
            <a:round/>
          </a:ln>
          <a:effectLst/>
        </p:spPr>
        <p:txBody>
          <a:bodyPr/>
          <a:lstStyle>
            <a:lvl1pPr indent="0" marL="0">
              <a:buNone/>
              <a:defRPr sz="3200"/>
            </a:lvl1pPr>
          </a:lstStyle>
          <a:p>
            <a:r>
              <a:rPr kumimoji="0" lang="en-US" smtClean="0"/>
              <a:t>Click icon to add picture</a:t>
            </a:r>
            <a:endParaRPr dirty="0" kumimoji="0" lang="en-US"/>
          </a:p>
        </p:txBody>
      </p:sp>
      <p:sp>
        <p:nvSpPr>
          <p:cNvPr id="1048656" name="Freeform 9"/>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nchor="t" bIns="45720" compatLnSpc="1" lIns="91440" rIns="91440" tIns="45720" vert="horz" wrap="square"/>
          <a:p>
            <a:pPr algn="l" eaLnBrk="1" hangingPunct="1" latinLnBrk="0" marL="0" rtl="0"/>
            <a:endParaRPr kumimoji="0" lang="en-US">
              <a:solidFill>
                <a:schemeClr val="tx1"/>
              </a:solidFill>
              <a:latin typeface="+mn-lt"/>
              <a:ea typeface="+mn-ea"/>
              <a:cs typeface="+mn-cs"/>
            </a:endParaRPr>
          </a:p>
        </p:txBody>
      </p:sp>
      <p:sp>
        <p:nvSpPr>
          <p:cNvPr id="1048657" name="Freeform 10"/>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nchor="t" bIns="45720" compatLnSpc="1" lIns="91440" rIns="91440" tIns="45720" vert="horz" wrap="square"/>
          <a:p>
            <a:pPr algn="l" eaLnBrk="1" hangingPunct="1" latinLnBrk="0" marL="0" rtl="0"/>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60" name=""/>
        <p:cNvGrpSpPr/>
        <p:nvPr/>
      </p:nvGrpSpPr>
      <p:grpSpPr>
        <a:xfrm>
          <a:off x="0" y="0"/>
          <a:ext cx="0" cy="0"/>
          <a:chOff x="0" y="0"/>
          <a:chExt cx="0" cy="0"/>
        </a:xfrm>
      </p:grpSpPr>
      <p:sp>
        <p:nvSpPr>
          <p:cNvPr id="1048658" name="Title 1"/>
          <p:cNvSpPr>
            <a:spLocks noGrp="1"/>
          </p:cNvSpPr>
          <p:nvPr>
            <p:ph type="title"/>
          </p:nvPr>
        </p:nvSpPr>
        <p:spPr/>
        <p:txBody>
          <a:bodyPr/>
          <a:p>
            <a:r>
              <a:rPr kumimoji="0" lang="en-US" smtClean="0"/>
              <a:t>Click to edit Master title style</a:t>
            </a:r>
            <a:endParaRPr kumimoji="0" lang="en-US"/>
          </a:p>
        </p:txBody>
      </p:sp>
      <p:sp>
        <p:nvSpPr>
          <p:cNvPr id="1048659" name="Vertical Text Placeholder 2"/>
          <p:cNvSpPr>
            <a:spLocks noGrp="1"/>
          </p:cNvSpPr>
          <p:nvPr>
            <p:ph type="body" orient="vert" idx="1"/>
          </p:nvPr>
        </p:nvSpPr>
        <p:spPr/>
        <p:txBody>
          <a:bodyPr vert="eaVert"/>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660" name="Date Placeholder 3"/>
          <p:cNvSpPr>
            <a:spLocks noGrp="1"/>
          </p:cNvSpPr>
          <p:nvPr>
            <p:ph type="dt" sz="half" idx="10"/>
          </p:nvPr>
        </p:nvSpPr>
        <p:spPr/>
        <p:txBody>
          <a:bodyPr/>
          <a:p>
            <a:fld id="{113C69C6-E5B6-4617-ADFF-E74E3E599BCE}" type="datetimeFigureOut">
              <a:rPr lang="en-US" smtClean="0"/>
            </a:fld>
            <a:endParaRPr lang="en-US"/>
          </a:p>
        </p:txBody>
      </p:sp>
      <p:sp>
        <p:nvSpPr>
          <p:cNvPr id="1048661" name="Footer Placeholder 4"/>
          <p:cNvSpPr>
            <a:spLocks noGrp="1"/>
          </p:cNvSpPr>
          <p:nvPr>
            <p:ph type="ftr" sz="quarter" idx="11"/>
          </p:nvPr>
        </p:nvSpPr>
        <p:spPr/>
        <p:txBody>
          <a:bodyPr/>
          <a:p>
            <a:endParaRPr lang="en-US"/>
          </a:p>
        </p:txBody>
      </p:sp>
      <p:sp>
        <p:nvSpPr>
          <p:cNvPr id="1048662" name="Slide Number Placeholder 5"/>
          <p:cNvSpPr>
            <a:spLocks noGrp="1"/>
          </p:cNvSpPr>
          <p:nvPr>
            <p:ph type="sldNum" sz="quarter" idx="12"/>
          </p:nvPr>
        </p:nvSpPr>
        <p:spPr/>
        <p:txBody>
          <a:bodyPr/>
          <a:p>
            <a:fld id="{DD2E36BD-C038-4ABB-9264-C1F5016E48C2}"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58" name=""/>
        <p:cNvGrpSpPr/>
        <p:nvPr/>
      </p:nvGrpSpPr>
      <p:grpSpPr>
        <a:xfrm>
          <a:off x="0" y="0"/>
          <a:ext cx="0" cy="0"/>
          <a:chOff x="0" y="0"/>
          <a:chExt cx="0" cy="0"/>
        </a:xfrm>
      </p:grpSpPr>
      <p:sp>
        <p:nvSpPr>
          <p:cNvPr id="1048643" name="Vertical Title 1"/>
          <p:cNvSpPr>
            <a:spLocks noGrp="1"/>
          </p:cNvSpPr>
          <p:nvPr>
            <p:ph type="title" orient="vert"/>
          </p:nvPr>
        </p:nvSpPr>
        <p:spPr>
          <a:xfrm>
            <a:off x="6629400" y="914401"/>
            <a:ext cx="2057400" cy="5211763"/>
          </a:xfrm>
        </p:spPr>
        <p:txBody>
          <a:bodyPr vert="eaVert"/>
          <a:p>
            <a:r>
              <a:rPr kumimoji="0" lang="en-US" smtClean="0"/>
              <a:t>Click to edit Master title style</a:t>
            </a:r>
            <a:endParaRPr kumimoji="0" lang="en-US"/>
          </a:p>
        </p:txBody>
      </p:sp>
      <p:sp>
        <p:nvSpPr>
          <p:cNvPr id="1048644" name="Vertical Text Placeholder 2"/>
          <p:cNvSpPr>
            <a:spLocks noGrp="1"/>
          </p:cNvSpPr>
          <p:nvPr>
            <p:ph type="body" orient="vert" idx="1"/>
          </p:nvPr>
        </p:nvSpPr>
        <p:spPr>
          <a:xfrm>
            <a:off x="457200" y="914401"/>
            <a:ext cx="6019800" cy="5211763"/>
          </a:xfrm>
        </p:spPr>
        <p:txBody>
          <a:bodyPr vert="eaVert"/>
          <a:p>
            <a:pPr eaLnBrk="1" hangingPunct="1" latinLnBrk="0" lvl="0"/>
            <a:r>
              <a:rPr lang="en-US" smtClean="0"/>
              <a:t>Click to edit Master text styles</a:t>
            </a:r>
          </a:p>
          <a:p>
            <a:pPr eaLnBrk="1" hangingPunct="1" latinLnBrk="0" lvl="1"/>
            <a:r>
              <a:rPr lang="en-US" smtClean="0"/>
              <a:t>Second level</a:t>
            </a:r>
          </a:p>
          <a:p>
            <a:pPr eaLnBrk="1" hangingPunct="1" latinLnBrk="0" lvl="2"/>
            <a:r>
              <a:rPr lang="en-US" smtClean="0"/>
              <a:t>Third level</a:t>
            </a:r>
          </a:p>
          <a:p>
            <a:pPr eaLnBrk="1" hangingPunct="1" latinLnBrk="0" lvl="3"/>
            <a:r>
              <a:rPr lang="en-US" smtClean="0"/>
              <a:t>Fourth level</a:t>
            </a:r>
          </a:p>
          <a:p>
            <a:pPr eaLnBrk="1" hangingPunct="1" latinLnBrk="0" lvl="4"/>
            <a:r>
              <a:rPr lang="en-US" smtClean="0"/>
              <a:t>Fifth level</a:t>
            </a:r>
            <a:endParaRPr kumimoji="0" lang="en-US"/>
          </a:p>
        </p:txBody>
      </p:sp>
      <p:sp>
        <p:nvSpPr>
          <p:cNvPr id="1048645" name="Date Placeholder 3"/>
          <p:cNvSpPr>
            <a:spLocks noGrp="1"/>
          </p:cNvSpPr>
          <p:nvPr>
            <p:ph type="dt" sz="half" idx="10"/>
          </p:nvPr>
        </p:nvSpPr>
        <p:spPr/>
        <p:txBody>
          <a:bodyPr/>
          <a:p>
            <a:fld id="{113C69C6-E5B6-4617-ADFF-E74E3E599BCE}" type="datetimeFigureOut">
              <a:rPr lang="en-US" smtClean="0"/>
            </a:fld>
            <a:endParaRPr lang="en-US"/>
          </a:p>
        </p:txBody>
      </p:sp>
      <p:sp>
        <p:nvSpPr>
          <p:cNvPr id="1048646" name="Footer Placeholder 4"/>
          <p:cNvSpPr>
            <a:spLocks noGrp="1"/>
          </p:cNvSpPr>
          <p:nvPr>
            <p:ph type="ftr" sz="quarter" idx="11"/>
          </p:nvPr>
        </p:nvSpPr>
        <p:spPr/>
        <p:txBody>
          <a:bodyPr/>
          <a:p>
            <a:endParaRPr lang="en-US"/>
          </a:p>
        </p:txBody>
      </p:sp>
      <p:sp>
        <p:nvSpPr>
          <p:cNvPr id="1048647" name="Slide Number Placeholder 5"/>
          <p:cNvSpPr>
            <a:spLocks noGrp="1"/>
          </p:cNvSpPr>
          <p:nvPr>
            <p:ph type="sldNum" sz="quarter" idx="12"/>
          </p:nvPr>
        </p:nvSpPr>
        <p:spPr/>
        <p:txBody>
          <a:bodyPr/>
          <a:p>
            <a:fld id="{DD2E36BD-C038-4ABB-9264-C1F5016E48C2}"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2" name=""/>
        <p:cNvGrpSpPr/>
        <p:nvPr/>
      </p:nvGrpSpPr>
      <p:grpSpPr>
        <a:xfrm>
          <a:off x="0" y="0"/>
          <a:ext cx="0" cy="0"/>
          <a:chOff x="0" y="0"/>
          <a:chExt cx="0" cy="0"/>
        </a:xfrm>
      </p:grpSpPr>
      <p:sp>
        <p:nvSpPr>
          <p:cNvPr id="1048576" name="Freeform 6"/>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nchor="t" bIns="45720" compatLnSpc="1" lIns="91440" rIns="91440" tIns="45720" vert="horz" wrap="square"/>
          <a:p>
            <a:pPr algn="l" eaLnBrk="1" hangingPunct="1" latinLnBrk="0" marL="0" rtl="0"/>
            <a:endParaRPr kumimoji="0" lang="en-US">
              <a:solidFill>
                <a:schemeClr val="tx1"/>
              </a:solidFill>
              <a:latin typeface="+mn-lt"/>
              <a:ea typeface="+mn-ea"/>
              <a:cs typeface="+mn-cs"/>
            </a:endParaRPr>
          </a:p>
        </p:txBody>
      </p:sp>
      <p:sp>
        <p:nvSpPr>
          <p:cNvPr id="1048577" name="Freeform 7"/>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nchor="t" bIns="45720" compatLnSpc="1" lIns="91440" rIns="91440" tIns="45720" vert="horz" wrap="square"/>
          <a:p>
            <a:pPr algn="l" eaLnBrk="1" hangingPunct="1" latinLnBrk="0" marL="0" rtl="0"/>
            <a:endParaRPr kumimoji="0" lang="en-US">
              <a:solidFill>
                <a:schemeClr val="tx1"/>
              </a:solidFill>
              <a:latin typeface="+mn-lt"/>
              <a:ea typeface="+mn-ea"/>
              <a:cs typeface="+mn-cs"/>
            </a:endParaRPr>
          </a:p>
        </p:txBody>
      </p:sp>
      <p:sp>
        <p:nvSpPr>
          <p:cNvPr id="1048578" name="Title Placeholder 8"/>
          <p:cNvSpPr>
            <a:spLocks noGrp="1"/>
          </p:cNvSpPr>
          <p:nvPr>
            <p:ph type="title"/>
          </p:nvPr>
        </p:nvSpPr>
        <p:spPr>
          <a:xfrm>
            <a:off x="457200" y="704088"/>
            <a:ext cx="8229600" cy="1143000"/>
          </a:xfrm>
          <a:prstGeom prst="rect"/>
        </p:spPr>
        <p:txBody>
          <a:bodyPr anchor="b" bIns="0" lIns="0" rIns="0" vert="horz">
            <a:normAutofit/>
          </a:bodyPr>
          <a:p>
            <a:r>
              <a:rPr kumimoji="0" lang="en-US" smtClean="0"/>
              <a:t>Click to edit Master title style</a:t>
            </a:r>
            <a:endParaRPr kumimoji="0" lang="en-US"/>
          </a:p>
        </p:txBody>
      </p:sp>
      <p:sp>
        <p:nvSpPr>
          <p:cNvPr id="1048579" name="Text Placeholder 29"/>
          <p:cNvSpPr>
            <a:spLocks noGrp="1"/>
          </p:cNvSpPr>
          <p:nvPr>
            <p:ph type="body" idx="1"/>
          </p:nvPr>
        </p:nvSpPr>
        <p:spPr>
          <a:xfrm>
            <a:off x="457200" y="1935480"/>
            <a:ext cx="8229600" cy="4389120"/>
          </a:xfrm>
          <a:prstGeom prst="rect"/>
        </p:spPr>
        <p:txBody>
          <a:bodyPr vert="horz">
            <a:normAutofit/>
          </a:bodyPr>
          <a:p>
            <a:pPr eaLnBrk="1" hangingPunct="1" latinLnBrk="0" lvl="0"/>
            <a:r>
              <a:rPr kumimoji="0" lang="en-US" smtClean="0"/>
              <a:t>Click to edit Master text styles</a:t>
            </a:r>
          </a:p>
          <a:p>
            <a:pPr eaLnBrk="1" hangingPunct="1" latinLnBrk="0" lvl="1"/>
            <a:r>
              <a:rPr kumimoji="0" lang="en-US" smtClean="0"/>
              <a:t>Second level</a:t>
            </a:r>
          </a:p>
          <a:p>
            <a:pPr eaLnBrk="1" hangingPunct="1" latinLnBrk="0" lvl="2"/>
            <a:r>
              <a:rPr kumimoji="0" lang="en-US" smtClean="0"/>
              <a:t>Third level</a:t>
            </a:r>
          </a:p>
          <a:p>
            <a:pPr eaLnBrk="1" hangingPunct="1" latinLnBrk="0" lvl="3"/>
            <a:r>
              <a:rPr kumimoji="0" lang="en-US" smtClean="0"/>
              <a:t>Fourth level</a:t>
            </a:r>
          </a:p>
          <a:p>
            <a:pPr eaLnBrk="1" hangingPunct="1" latinLnBrk="0" lvl="4"/>
            <a:r>
              <a:rPr kumimoji="0" lang="en-US" smtClean="0"/>
              <a:t>Fifth level</a:t>
            </a:r>
            <a:endParaRPr kumimoji="0" lang="en-US"/>
          </a:p>
        </p:txBody>
      </p:sp>
      <p:sp>
        <p:nvSpPr>
          <p:cNvPr id="1048580" name="Date Placeholder 9"/>
          <p:cNvSpPr>
            <a:spLocks noGrp="1"/>
          </p:cNvSpPr>
          <p:nvPr>
            <p:ph type="dt" sz="half" idx="2"/>
          </p:nvPr>
        </p:nvSpPr>
        <p:spPr>
          <a:xfrm>
            <a:off x="457200" y="6356350"/>
            <a:ext cx="2133600" cy="365125"/>
          </a:xfrm>
          <a:prstGeom prst="rect"/>
        </p:spPr>
        <p:txBody>
          <a:bodyPr anchor="b" bIns="0" lIns="0" rIns="0" tIns="0" vert="horz"/>
          <a:lstStyle>
            <a:lvl1pPr algn="l" eaLnBrk="1" hangingPunct="1" latinLnBrk="0">
              <a:defRPr sz="1200" kumimoji="0">
                <a:solidFill>
                  <a:schemeClr val="tx2">
                    <a:shade val="90000"/>
                  </a:schemeClr>
                </a:solidFill>
              </a:defRPr>
            </a:lvl1pPr>
          </a:lstStyle>
          <a:p>
            <a:fld id="{113C69C6-E5B6-4617-ADFF-E74E3E599BCE}" type="datetimeFigureOut">
              <a:rPr lang="en-US" smtClean="0"/>
            </a:fld>
            <a:endParaRPr lang="en-US"/>
          </a:p>
        </p:txBody>
      </p:sp>
      <p:sp>
        <p:nvSpPr>
          <p:cNvPr id="1048581" name="Footer Placeholder 21"/>
          <p:cNvSpPr>
            <a:spLocks noGrp="1"/>
          </p:cNvSpPr>
          <p:nvPr>
            <p:ph type="ftr" sz="quarter" idx="3"/>
          </p:nvPr>
        </p:nvSpPr>
        <p:spPr>
          <a:xfrm>
            <a:off x="2667000" y="6356350"/>
            <a:ext cx="3352800" cy="365125"/>
          </a:xfrm>
          <a:prstGeom prst="rect"/>
        </p:spPr>
        <p:txBody>
          <a:bodyPr anchor="b" bIns="0" lIns="0" rIns="0" tIns="0" vert="horz"/>
          <a:lstStyle>
            <a:lvl1pPr algn="l" eaLnBrk="1" hangingPunct="1" latinLnBrk="0">
              <a:defRPr sz="1200" kumimoji="0">
                <a:solidFill>
                  <a:schemeClr val="tx2">
                    <a:shade val="90000"/>
                  </a:schemeClr>
                </a:solidFill>
              </a:defRPr>
            </a:lvl1pPr>
          </a:lstStyle>
          <a:p>
            <a:endParaRPr lang="en-US"/>
          </a:p>
        </p:txBody>
      </p:sp>
      <p:sp>
        <p:nvSpPr>
          <p:cNvPr id="1048582" name="Slide Number Placeholder 17"/>
          <p:cNvSpPr>
            <a:spLocks noGrp="1"/>
          </p:cNvSpPr>
          <p:nvPr>
            <p:ph type="sldNum" sz="quarter" idx="4"/>
          </p:nvPr>
        </p:nvSpPr>
        <p:spPr>
          <a:xfrm>
            <a:off x="7924800" y="6356350"/>
            <a:ext cx="762000" cy="365125"/>
          </a:xfrm>
          <a:prstGeom prst="rect"/>
        </p:spPr>
        <p:txBody>
          <a:bodyPr anchor="b" bIns="0" lIns="0" rIns="0" tIns="0" vert="horz"/>
          <a:lstStyle>
            <a:lvl1pPr algn="r" eaLnBrk="1" hangingPunct="1" latinLnBrk="0">
              <a:defRPr sz="1200" kumimoji="0">
                <a:solidFill>
                  <a:schemeClr val="tx2">
                    <a:shade val="90000"/>
                  </a:schemeClr>
                </a:solidFill>
              </a:defRPr>
            </a:lvl1pPr>
          </a:lstStyle>
          <a:p>
            <a:fld id="{DD2E36BD-C038-4ABB-9264-C1F5016E48C2}" type="slidenum">
              <a:rPr lang="en-US" smtClean="0"/>
            </a:fld>
            <a:endParaRPr lang="en-US"/>
          </a:p>
        </p:txBody>
      </p:sp>
      <p:grpSp>
        <p:nvGrpSpPr>
          <p:cNvPr id="13" name="Group 1"/>
          <p:cNvGrpSpPr/>
          <p:nvPr/>
        </p:nvGrpSpPr>
        <p:grpSpPr>
          <a:xfrm>
            <a:off x="-19017" y="202408"/>
            <a:ext cx="9180548" cy="649224"/>
            <a:chOff x="-19045" y="216550"/>
            <a:chExt cx="9180548" cy="649224"/>
          </a:xfrm>
        </p:grpSpPr>
        <p:sp>
          <p:nvSpPr>
            <p:cNvPr id="1048583" name="Freeform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16000">
                    <a:schemeClr val="accent2">
                      <a:shade val="75000"/>
                      <a:alpha val="56000"/>
                    </a:schemeClr>
                  </a:gs>
                  <a:gs pos="74000">
                    <a:schemeClr val="accent3">
                      <a:shade val="75000"/>
                    </a:schemeClr>
                  </a:gs>
                  <a:gs pos="86000">
                    <a:schemeClr val="tx1">
                      <a:alpha val="29000"/>
                    </a:schemeClr>
                  </a:gs>
                </a:gsLst>
                <a:lin ang="5400000" scaled="1"/>
              </a:gradFill>
              <a:prstDash val="solid"/>
              <a:round/>
              <a:headEnd type="none" w="med" len="med"/>
              <a:tailEnd type="none" w="med" len="med"/>
            </a:ln>
            <a:effectLst/>
          </p:spPr>
          <p:txBody>
            <a:bodyPr anchor="t" bIns="45720" compatLnSpc="1" lIns="91440" rIns="91440" tIns="45720" vert="horz" wrap="square"/>
            <a:p>
              <a:endParaRPr kumimoji="0" lang="en-US"/>
            </a:p>
          </p:txBody>
        </p:sp>
        <p:sp>
          <p:nvSpPr>
            <p:cNvPr id="1048584" name="Freeform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33000">
                    <a:schemeClr val="accent2">
                      <a:alpha val="56000"/>
                    </a:schemeClr>
                  </a:gs>
                  <a:gs pos="44000">
                    <a:schemeClr val="accent1"/>
                  </a:gs>
                  <a:gs pos="74000">
                    <a:schemeClr val="accent4"/>
                  </a:gs>
                </a:gsLst>
                <a:lin ang="5400000" scaled="1"/>
              </a:gradFill>
              <a:prstDash val="solid"/>
              <a:round/>
              <a:headEnd type="none" w="med" len="med"/>
              <a:tailEnd type="none" w="med" len="med"/>
            </a:ln>
            <a:effectLst/>
          </p:spPr>
          <p:txBody>
            <a:bodyPr anchor="t" bIns="45720" compatLnSpc="1" lIns="91440" rIns="91440" tIns="45720" vert="horz" wrap="square"/>
            <a:p>
              <a:endParaRPr kumimoji="0" lang="en-US"/>
            </a:p>
          </p:txBody>
        </p:sp>
      </p:gr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eaLnBrk="1" hangingPunct="1" latinLnBrk="0" rtl="0">
        <a:spcBef>
          <a:spcPct val="0"/>
        </a:spcBef>
        <a:buNone/>
        <a:defRPr b="0" sz="5000" kern="1200" kumimoji="0">
          <a:ln>
            <a:noFill/>
          </a:ln>
          <a:solidFill>
            <a:schemeClr val="tx2"/>
          </a:solidFill>
          <a:effectLst/>
          <a:latin typeface="+mj-lt"/>
          <a:ea typeface="+mj-ea"/>
          <a:cs typeface="+mj-cs"/>
        </a:defRPr>
      </a:lvl1pPr>
    </p:titleStyle>
    <p:bodyStyle>
      <a:lvl1pPr algn="l" eaLnBrk="1" hangingPunct="1" indent="-274320" latinLnBrk="0" marL="274320" rtl="0">
        <a:spcBef>
          <a:spcPct val="20000"/>
        </a:spcBef>
        <a:buClr>
          <a:schemeClr val="accent3"/>
        </a:buClr>
        <a:buSzPct val="95000"/>
        <a:buFont typeface="Wingdings 2"/>
        <a:buChar char=""/>
        <a:defRPr sz="2600" kern="1200" kumimoji="0">
          <a:solidFill>
            <a:schemeClr val="tx1"/>
          </a:solidFill>
          <a:latin typeface="+mn-lt"/>
          <a:ea typeface="+mn-ea"/>
          <a:cs typeface="+mn-cs"/>
        </a:defRPr>
      </a:lvl1pPr>
      <a:lvl2pPr algn="l" eaLnBrk="1" hangingPunct="1" indent="-246888" latinLnBrk="0" marL="640080" rtl="0">
        <a:spcBef>
          <a:spcPct val="20000"/>
        </a:spcBef>
        <a:buClr>
          <a:schemeClr val="accent1"/>
        </a:buClr>
        <a:buSzPct val="85000"/>
        <a:buFont typeface="Wingdings 2"/>
        <a:buChar char=""/>
        <a:defRPr sz="2400" kern="1200" kumimoji="0">
          <a:solidFill>
            <a:schemeClr val="tx1"/>
          </a:solidFill>
          <a:latin typeface="+mn-lt"/>
          <a:ea typeface="+mn-ea"/>
          <a:cs typeface="+mn-cs"/>
        </a:defRPr>
      </a:lvl2pPr>
      <a:lvl3pPr algn="l" eaLnBrk="1" hangingPunct="1" indent="-246888" latinLnBrk="0" marL="914400" rtl="0">
        <a:spcBef>
          <a:spcPct val="20000"/>
        </a:spcBef>
        <a:buClr>
          <a:schemeClr val="accent2"/>
        </a:buClr>
        <a:buSzPct val="70000"/>
        <a:buFont typeface="Wingdings 2"/>
        <a:buChar char=""/>
        <a:defRPr sz="2100" kern="1200" kumimoji="0">
          <a:solidFill>
            <a:schemeClr val="tx1"/>
          </a:solidFill>
          <a:latin typeface="+mn-lt"/>
          <a:ea typeface="+mn-ea"/>
          <a:cs typeface="+mn-cs"/>
        </a:defRPr>
      </a:lvl3pPr>
      <a:lvl4pPr algn="l" eaLnBrk="1" hangingPunct="1" indent="-210312" latinLnBrk="0" marL="1188720" rtl="0">
        <a:spcBef>
          <a:spcPct val="20000"/>
        </a:spcBef>
        <a:buClr>
          <a:schemeClr val="accent3"/>
        </a:buClr>
        <a:buSzPct val="65000"/>
        <a:buFont typeface="Wingdings 2"/>
        <a:buChar char=""/>
        <a:defRPr sz="2000" kern="1200" kumimoji="0">
          <a:solidFill>
            <a:schemeClr val="tx1"/>
          </a:solidFill>
          <a:latin typeface="+mn-lt"/>
          <a:ea typeface="+mn-ea"/>
          <a:cs typeface="+mn-cs"/>
        </a:defRPr>
      </a:lvl4pPr>
      <a:lvl5pPr algn="l" eaLnBrk="1" hangingPunct="1" indent="-210312" latinLnBrk="0" marL="1463040" rtl="0">
        <a:spcBef>
          <a:spcPct val="20000"/>
        </a:spcBef>
        <a:buClr>
          <a:schemeClr val="accent4"/>
        </a:buClr>
        <a:buSzPct val="65000"/>
        <a:buFont typeface="Wingdings 2"/>
        <a:buChar char=""/>
        <a:defRPr sz="2000" kern="1200" kumimoji="0">
          <a:solidFill>
            <a:schemeClr val="tx1"/>
          </a:solidFill>
          <a:latin typeface="+mn-lt"/>
          <a:ea typeface="+mn-ea"/>
          <a:cs typeface="+mn-cs"/>
        </a:defRPr>
      </a:lvl5pPr>
      <a:lvl6pPr algn="l" eaLnBrk="1" hangingPunct="1" indent="-210312" latinLnBrk="0" marL="1737360" rtl="0">
        <a:spcBef>
          <a:spcPct val="20000"/>
        </a:spcBef>
        <a:buClr>
          <a:schemeClr val="accent5"/>
        </a:buClr>
        <a:buSzPct val="80000"/>
        <a:buFont typeface="Wingdings 2"/>
        <a:buChar char=""/>
        <a:defRPr sz="1800" kern="1200" kumimoji="0">
          <a:solidFill>
            <a:schemeClr val="tx1"/>
          </a:solidFill>
          <a:latin typeface="+mn-lt"/>
          <a:ea typeface="+mn-ea"/>
          <a:cs typeface="+mn-cs"/>
        </a:defRPr>
      </a:lvl6pPr>
      <a:lvl7pPr algn="l" eaLnBrk="1" hangingPunct="1" indent="-182880" latinLnBrk="0" marL="1920240" rtl="0">
        <a:spcBef>
          <a:spcPct val="20000"/>
        </a:spcBef>
        <a:buClr>
          <a:schemeClr val="accent6"/>
        </a:buClr>
        <a:buSzPct val="80000"/>
        <a:buFont typeface="Wingdings 2"/>
        <a:buChar char=""/>
        <a:defRPr baseline="0" sz="1600" kern="1200" kumimoji="0">
          <a:solidFill>
            <a:schemeClr val="tx1"/>
          </a:solidFill>
          <a:latin typeface="+mn-lt"/>
          <a:ea typeface="+mn-ea"/>
          <a:cs typeface="+mn-cs"/>
        </a:defRPr>
      </a:lvl7pPr>
      <a:lvl8pPr algn="l" eaLnBrk="1" hangingPunct="1" indent="-182880" latinLnBrk="0" marL="2194560" rtl="0">
        <a:spcBef>
          <a:spcPct val="20000"/>
        </a:spcBef>
        <a:buClr>
          <a:schemeClr val="tx2"/>
        </a:buClr>
        <a:buChar char="•"/>
        <a:defRPr sz="1600" kern="1200" kumimoji="0">
          <a:solidFill>
            <a:schemeClr val="tx1"/>
          </a:solidFill>
          <a:latin typeface="+mn-lt"/>
          <a:ea typeface="+mn-ea"/>
          <a:cs typeface="+mn-cs"/>
        </a:defRPr>
      </a:lvl8pPr>
      <a:lvl9pPr algn="l" eaLnBrk="1" hangingPunct="1" indent="-182880" latinLnBrk="0" marL="2468880" rtl="0">
        <a:spcBef>
          <a:spcPct val="20000"/>
        </a:spcBef>
        <a:buClr>
          <a:schemeClr val="tx2"/>
        </a:buClr>
        <a:buFontTx/>
        <a:buChar char="•"/>
        <a:defRPr baseline="0" sz="1400" kern="1200" kumimoji="0">
          <a:solidFill>
            <a:schemeClr val="tx1"/>
          </a:solidFill>
          <a:latin typeface="+mn-lt"/>
          <a:ea typeface="+mn-ea"/>
          <a:cs typeface="+mn-cs"/>
        </a:defRPr>
      </a:lvl9pPr>
    </p:bodyStyle>
    <p:otherStyle>
      <a:lvl1pPr algn="l" eaLnBrk="1" hangingPunct="1" latinLnBrk="0" marL="0" rtl="0">
        <a:defRPr kern="1200" kumimoji="0">
          <a:solidFill>
            <a:schemeClr val="tx1"/>
          </a:solidFill>
          <a:latin typeface="+mn-lt"/>
          <a:ea typeface="+mn-ea"/>
          <a:cs typeface="+mn-cs"/>
        </a:defRPr>
      </a:lvl1pPr>
      <a:lvl2pPr algn="l" eaLnBrk="1" hangingPunct="1" latinLnBrk="0" marL="457200" rtl="0">
        <a:defRPr kern="1200" kumimoji="0">
          <a:solidFill>
            <a:schemeClr val="tx1"/>
          </a:solidFill>
          <a:latin typeface="+mn-lt"/>
          <a:ea typeface="+mn-ea"/>
          <a:cs typeface="+mn-cs"/>
        </a:defRPr>
      </a:lvl2pPr>
      <a:lvl3pPr algn="l" eaLnBrk="1" hangingPunct="1" latinLnBrk="0" marL="914400" rtl="0">
        <a:defRPr kern="1200" kumimoji="0">
          <a:solidFill>
            <a:schemeClr val="tx1"/>
          </a:solidFill>
          <a:latin typeface="+mn-lt"/>
          <a:ea typeface="+mn-ea"/>
          <a:cs typeface="+mn-cs"/>
        </a:defRPr>
      </a:lvl3pPr>
      <a:lvl4pPr algn="l" eaLnBrk="1" hangingPunct="1" latinLnBrk="0" marL="1371600" rtl="0">
        <a:defRPr kern="1200" kumimoji="0">
          <a:solidFill>
            <a:schemeClr val="tx1"/>
          </a:solidFill>
          <a:latin typeface="+mn-lt"/>
          <a:ea typeface="+mn-ea"/>
          <a:cs typeface="+mn-cs"/>
        </a:defRPr>
      </a:lvl4pPr>
      <a:lvl5pPr algn="l" eaLnBrk="1" hangingPunct="1" latinLnBrk="0" marL="1828800" rtl="0">
        <a:defRPr kern="1200" kumimoji="0">
          <a:solidFill>
            <a:schemeClr val="tx1"/>
          </a:solidFill>
          <a:latin typeface="+mn-lt"/>
          <a:ea typeface="+mn-ea"/>
          <a:cs typeface="+mn-cs"/>
        </a:defRPr>
      </a:lvl5pPr>
      <a:lvl6pPr algn="l" eaLnBrk="1" hangingPunct="1" latinLnBrk="0" marL="2286000" rtl="0">
        <a:defRPr kern="1200" kumimoji="0">
          <a:solidFill>
            <a:schemeClr val="tx1"/>
          </a:solidFill>
          <a:latin typeface="+mn-lt"/>
          <a:ea typeface="+mn-ea"/>
          <a:cs typeface="+mn-cs"/>
        </a:defRPr>
      </a:lvl6pPr>
      <a:lvl7pPr algn="l" eaLnBrk="1" hangingPunct="1" latinLnBrk="0" marL="2743200" rtl="0">
        <a:defRPr kern="1200" kumimoji="0">
          <a:solidFill>
            <a:schemeClr val="tx1"/>
          </a:solidFill>
          <a:latin typeface="+mn-lt"/>
          <a:ea typeface="+mn-ea"/>
          <a:cs typeface="+mn-cs"/>
        </a:defRPr>
      </a:lvl7pPr>
      <a:lvl8pPr algn="l" eaLnBrk="1" hangingPunct="1" latinLnBrk="0" marL="3200400" rtl="0">
        <a:defRPr kern="1200" kumimoji="0">
          <a:solidFill>
            <a:schemeClr val="tx1"/>
          </a:solidFill>
          <a:latin typeface="+mn-lt"/>
          <a:ea typeface="+mn-ea"/>
          <a:cs typeface="+mn-cs"/>
        </a:defRPr>
      </a:lvl8pPr>
      <a:lvl9pPr algn="l" eaLnBrk="1" hangingPunct="1" latinLnBrk="0" marL="3657600" rtl="0">
        <a:defRPr kern="1200" kumimoji="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6" name=""/>
        <p:cNvGrpSpPr/>
        <p:nvPr/>
      </p:nvGrpSpPr>
      <p:grpSpPr>
        <a:xfrm>
          <a:off x="0" y="0"/>
          <a:ext cx="0" cy="0"/>
          <a:chOff x="0" y="0"/>
          <a:chExt cx="0" cy="0"/>
        </a:xfrm>
      </p:grpSpPr>
      <p:sp>
        <p:nvSpPr>
          <p:cNvPr id="1048590" name="Title 1"/>
          <p:cNvSpPr>
            <a:spLocks noGrp="1"/>
          </p:cNvSpPr>
          <p:nvPr>
            <p:ph type="title"/>
          </p:nvPr>
        </p:nvSpPr>
        <p:spPr>
          <a:xfrm>
            <a:off x="0" y="-228601"/>
            <a:ext cx="8229600" cy="228601"/>
          </a:xfrm>
        </p:spPr>
        <p:txBody>
          <a:bodyPr>
            <a:normAutofit fontScale="90000"/>
          </a:bodyPr>
          <a:p>
            <a:r>
              <a:rPr dirty="0" lang="en-US" smtClean="0"/>
              <a:t>.</a:t>
            </a:r>
            <a:endParaRPr dirty="0" lang="en-US"/>
          </a:p>
        </p:txBody>
      </p:sp>
      <p:sp>
        <p:nvSpPr>
          <p:cNvPr id="1048591" name="Content Placeholder 3"/>
          <p:cNvSpPr>
            <a:spLocks noGrp="1"/>
          </p:cNvSpPr>
          <p:nvPr>
            <p:ph idx="1"/>
          </p:nvPr>
        </p:nvSpPr>
        <p:spPr>
          <a:xfrm>
            <a:off x="457200" y="762001"/>
            <a:ext cx="8255528" cy="5865368"/>
          </a:xfrm>
          <a:prstGeom prst="rect"/>
        </p:spPr>
        <p:txBody>
          <a:bodyPr wrap="square">
            <a:spAutoFit/>
          </a:bodyPr>
          <a:p>
            <a:pPr algn="ctr">
              <a:lnSpc>
                <a:spcPct val="150000"/>
              </a:lnSpc>
              <a:buNone/>
            </a:pPr>
            <a:r>
              <a:rPr altLang="zh-CN" b="1" dirty="0" sz="4800" lang="en-US" err="1" smtClean="0">
                <a:latin typeface="High Tower Text" pitchFamily="18" charset="0"/>
              </a:rPr>
              <a:t>compiler</a:t>
            </a:r>
            <a:r>
              <a:rPr altLang="zh-CN" b="1" dirty="0" sz="4800" lang="en-US" err="1" smtClean="0">
                <a:latin typeface="High Tower Text" pitchFamily="18" charset="0"/>
              </a:rPr>
              <a:t> </a:t>
            </a:r>
            <a:r>
              <a:rPr altLang="zh-CN" b="1" dirty="0" sz="4800" lang="en-US" err="1" smtClean="0">
                <a:latin typeface="High Tower Text" pitchFamily="18" charset="0"/>
              </a:rPr>
              <a:t>design</a:t>
            </a:r>
            <a:endParaRPr/>
          </a:p>
          <a:p>
            <a:pPr algn="ctr">
              <a:lnSpc>
                <a:spcPct val="150000"/>
              </a:lnSpc>
              <a:buNone/>
            </a:pPr>
            <a:r>
              <a:rPr lang="en-US"/>
              <a:t>Assignment</a:t>
            </a:r>
            <a:r>
              <a:rPr lang="en-US"/>
              <a:t> </a:t>
            </a:r>
            <a:r>
              <a:rPr lang="en-US"/>
              <a:t>0</a:t>
            </a:r>
            <a:r>
              <a:rPr lang="en-US"/>
              <a:t>2</a:t>
            </a:r>
            <a:endParaRPr/>
          </a:p>
          <a:p>
            <a:pPr algn="ctr">
              <a:lnSpc>
                <a:spcPct val="150000"/>
              </a:lnSpc>
              <a:buNone/>
            </a:pPr>
            <a:r>
              <a:rPr b="1" dirty="0" sz="3200" lang="en-US" smtClean="0">
                <a:latin typeface="High Tower Text" pitchFamily="18" charset="0"/>
              </a:rPr>
              <a:t>input</a:t>
            </a:r>
            <a:r>
              <a:rPr b="1" dirty="0" sz="3200" lang="en-US" smtClean="0">
                <a:latin typeface="High Tower Text" pitchFamily="18" charset="0"/>
              </a:rPr>
              <a:t> </a:t>
            </a:r>
            <a:r>
              <a:rPr b="1" dirty="0" sz="3200" lang="en-US" smtClean="0">
                <a:latin typeface="High Tower Text" pitchFamily="18" charset="0"/>
              </a:rPr>
              <a:t>buffering</a:t>
            </a:r>
            <a:r>
              <a:rPr b="1" dirty="0" sz="3200" lang="en-US" smtClean="0">
                <a:latin typeface="High Tower Text" pitchFamily="18" charset="0"/>
              </a:rPr>
              <a:t> </a:t>
            </a:r>
            <a:r>
              <a:rPr b="1" dirty="0" sz="3200" lang="en-US" smtClean="0">
                <a:latin typeface="High Tower Text" pitchFamily="18" charset="0"/>
              </a:rPr>
              <a:t>in</a:t>
            </a:r>
            <a:r>
              <a:rPr b="1" dirty="0" sz="3200" lang="en-US" smtClean="0">
                <a:latin typeface="High Tower Text" pitchFamily="18" charset="0"/>
              </a:rPr>
              <a:t> </a:t>
            </a:r>
            <a:r>
              <a:rPr b="1" dirty="0" sz="3200" lang="en-US" smtClean="0">
                <a:latin typeface="High Tower Text" pitchFamily="18" charset="0"/>
              </a:rPr>
              <a:t>compiler</a:t>
            </a:r>
            <a:r>
              <a:rPr b="1" dirty="0" sz="3200" lang="en-US" smtClean="0">
                <a:latin typeface="High Tower Text" pitchFamily="18" charset="0"/>
              </a:rPr>
              <a:t> </a:t>
            </a:r>
            <a:r>
              <a:rPr b="1" dirty="0" sz="3200" lang="en-US" smtClean="0">
                <a:latin typeface="High Tower Text" pitchFamily="18" charset="0"/>
              </a:rPr>
              <a:t>design</a:t>
            </a:r>
            <a:endParaRPr b="1" dirty="0" lang="en-US" smtClean="0">
              <a:latin typeface="High Tower Text" pitchFamily="18" charset="0"/>
            </a:endParaRPr>
          </a:p>
          <a:p>
            <a:pPr algn="ctr">
              <a:lnSpc>
                <a:spcPct val="150000"/>
              </a:lnSpc>
              <a:buNone/>
            </a:pPr>
            <a:endParaRPr b="1" dirty="0" lang="en-US" smtClean="0">
              <a:latin typeface="High Tower Text" pitchFamily="18" charset="0"/>
            </a:endParaRPr>
          </a:p>
          <a:p>
            <a:pPr algn="ctr">
              <a:lnSpc>
                <a:spcPct val="150000"/>
              </a:lnSpc>
              <a:buNone/>
            </a:pPr>
            <a:endParaRPr b="1" dirty="0" lang="en-US" smtClean="0">
              <a:latin typeface="High Tower Text" pitchFamily="18" charset="0"/>
            </a:endParaRPr>
          </a:p>
          <a:p>
            <a:pPr algn="ctr">
              <a:lnSpc>
                <a:spcPct val="150000"/>
              </a:lnSpc>
              <a:buNone/>
            </a:pPr>
            <a:endParaRPr b="1" dirty="0" lang="en-US" smtClean="0">
              <a:latin typeface="High Tower Text" pitchFamily="18" charset="0"/>
            </a:endParaRPr>
          </a:p>
          <a:p>
            <a:pPr algn="ctr">
              <a:lnSpc>
                <a:spcPct val="150000"/>
              </a:lnSpc>
              <a:buNone/>
            </a:pPr>
            <a:endParaRPr b="1" dirty="0" lang="en-US" smtClean="0">
              <a:latin typeface="High Tower Text" pitchFamily="18" charset="0"/>
            </a:endParaRPr>
          </a:p>
          <a:p>
            <a:pPr algn="l">
              <a:lnSpc>
                <a:spcPct val="150000"/>
              </a:lnSpc>
              <a:buNone/>
            </a:pPr>
            <a:r>
              <a:rPr b="0" dirty="0" sz="2400" lang="en-US" smtClean="0">
                <a:latin typeface="High Tower Text" pitchFamily="18" charset="0"/>
              </a:rPr>
              <a:t>prepared</a:t>
            </a:r>
            <a:r>
              <a:rPr b="0" dirty="0" sz="2400" lang="en-US" smtClean="0">
                <a:latin typeface="High Tower Text" pitchFamily="18" charset="0"/>
              </a:rPr>
              <a:t> </a:t>
            </a:r>
            <a:r>
              <a:rPr b="0" dirty="0" sz="2400" lang="en-US" smtClean="0">
                <a:latin typeface="High Tower Text" pitchFamily="18" charset="0"/>
              </a:rPr>
              <a:t>by</a:t>
            </a:r>
            <a:r>
              <a:rPr b="0" dirty="0" sz="2400" lang="en-US" smtClean="0">
                <a:latin typeface="High Tower Text" pitchFamily="18" charset="0"/>
              </a:rPr>
              <a:t> </a:t>
            </a:r>
            <a:r>
              <a:rPr b="0" dirty="0" sz="2400" lang="en-US" smtClean="0">
                <a:latin typeface="High Tower Text" pitchFamily="18" charset="0"/>
              </a:rPr>
              <a:t>firehiwot</a:t>
            </a:r>
            <a:r>
              <a:rPr b="0" dirty="0" sz="2400" lang="en-US" smtClean="0">
                <a:latin typeface="High Tower Text" pitchFamily="18" charset="0"/>
              </a:rPr>
              <a:t> </a:t>
            </a:r>
            <a:endParaRPr b="0" dirty="0" sz="2400" lang="en-US" smtClean="0">
              <a:latin typeface="High Tower Text"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1048592" name="Title 1"/>
          <p:cNvSpPr>
            <a:spLocks noGrp="1"/>
          </p:cNvSpPr>
          <p:nvPr>
            <p:ph type="title"/>
          </p:nvPr>
        </p:nvSpPr>
        <p:spPr>
          <a:xfrm>
            <a:off x="228600" y="609600"/>
            <a:ext cx="8229600" cy="838200"/>
          </a:xfrm>
        </p:spPr>
        <p:txBody>
          <a:bodyPr>
            <a:noAutofit/>
          </a:bodyPr>
          <a:p>
            <a:pPr algn="ctr"/>
            <a:r>
              <a:rPr b="1" dirty="0" sz="4400" lang="en-US" smtClean="0"/>
              <a:t>     </a:t>
            </a:r>
            <a:endParaRPr dirty="0" sz="4400" lang="en-US"/>
          </a:p>
        </p:txBody>
      </p:sp>
      <p:sp>
        <p:nvSpPr>
          <p:cNvPr id="1048593" name="Content Placeholder 2"/>
          <p:cNvSpPr>
            <a:spLocks noGrp="1"/>
          </p:cNvSpPr>
          <p:nvPr>
            <p:ph idx="1"/>
          </p:nvPr>
        </p:nvSpPr>
        <p:spPr/>
        <p:txBody>
          <a:bodyPr>
            <a:normAutofit lnSpcReduction="10000"/>
          </a:bodyPr>
          <a:p>
            <a:pPr indent="0" marL="0">
              <a:buNone/>
            </a:pPr>
            <a:r>
              <a:rPr altLang="en-US" dirty="0" lang="en-US" smtClean="0"/>
              <a:t>◆</a:t>
            </a:r>
            <a:r>
              <a:rPr dirty="0" lang="en-US" smtClean="0"/>
              <a:t>In compiler design, the lexical analyzer (or scanner) reads the source program from left to right, one character at a time, to recognize tokens. To achieve this, it uses two pointers:
</a:t>
            </a:r>
            <a:r>
              <a:rPr dirty="0" lang="en-US" smtClean="0"/>
              <a:t> </a:t>
            </a:r>
            <a:r>
              <a:rPr dirty="0" lang="en-US" smtClean="0"/>
              <a:t> </a:t>
            </a:r>
            <a:r>
              <a:rPr dirty="0" lang="en-US" smtClean="0"/>
              <a:t> </a:t>
            </a:r>
            <a:r>
              <a:rPr dirty="0" lang="en-US" smtClean="0"/>
              <a:t> </a:t>
            </a:r>
            <a:r>
              <a:rPr dirty="0" lang="en-US" smtClean="0"/>
              <a:t> </a:t>
            </a:r>
            <a:r>
              <a:rPr altLang="en-US" dirty="0" lang="en-US" smtClean="0"/>
              <a:t>✔</a:t>
            </a:r>
            <a:r>
              <a:rPr dirty="0" lang="en-US" smtClean="0"/>
              <a:t>Begin pointer (bp): Marks the beginning of the</a:t>
            </a:r>
            <a:r>
              <a:rPr dirty="0" lang="en-US" smtClean="0"/>
              <a:t>t</a:t>
            </a:r>
            <a:endParaRPr dirty="0" lang="en-US" smtClean="0"/>
          </a:p>
          <a:p>
            <a:pPr indent="0" marL="0">
              <a:buNone/>
            </a:pPr>
            <a:r>
              <a:rPr dirty="0" lang="en-US" smtClean="0"/>
              <a:t> </a:t>
            </a:r>
            <a:r>
              <a:rPr dirty="0" lang="en-US" smtClean="0"/>
              <a:t> </a:t>
            </a:r>
            <a:r>
              <a:rPr dirty="0" lang="en-US" smtClean="0"/>
              <a:t> </a:t>
            </a:r>
            <a:r>
              <a:rPr dirty="0" lang="en-US" smtClean="0"/>
              <a:t> </a:t>
            </a:r>
            <a:r>
              <a:rPr dirty="0" lang="en-US" smtClean="0"/>
              <a:t> </a:t>
            </a:r>
            <a:r>
              <a:rPr dirty="0" lang="en-US" smtClean="0"/>
              <a:t> </a:t>
            </a:r>
            <a:r>
              <a:rPr dirty="0" lang="en-US" smtClean="0"/>
              <a:t> </a:t>
            </a:r>
            <a:r>
              <a:rPr dirty="0" lang="en-US" smtClean="0"/>
              <a:t>current lex</a:t>
            </a:r>
            <a:r>
              <a:rPr dirty="0" lang="en-US" smtClean="0"/>
              <a:t>lexeme</a:t>
            </a:r>
            <a:r>
              <a:rPr dirty="0" lang="en-US" smtClean="0"/>
              <a:t> </a:t>
            </a:r>
            <a:r>
              <a:rPr dirty="0" lang="en-US" smtClean="0"/>
              <a:t> </a:t>
            </a:r>
            <a:r>
              <a:rPr dirty="0" lang="en-US" smtClean="0"/>
              <a:t> </a:t>
            </a:r>
            <a:r>
              <a:rPr dirty="0" lang="en-US" smtClean="0"/>
              <a:t> </a:t>
            </a:r>
            <a:endParaRPr dirty="0" lang="en-US" smtClean="0"/>
          </a:p>
          <a:p>
            <a:pPr indent="0" marL="0">
              <a:buNone/>
            </a:pPr>
            <a:r>
              <a:rPr dirty="0" lang="en-US" smtClean="0"/>
              <a:t> </a:t>
            </a:r>
            <a:r>
              <a:rPr dirty="0" lang="en-US" smtClean="0"/>
              <a:t> </a:t>
            </a:r>
            <a:r>
              <a:rPr dirty="0" lang="en-US" smtClean="0"/>
              <a:t> </a:t>
            </a:r>
            <a:r>
              <a:rPr dirty="0" lang="en-US" smtClean="0"/>
              <a:t> </a:t>
            </a:r>
            <a:r>
              <a:rPr dirty="0" lang="en-US" smtClean="0"/>
              <a:t> </a:t>
            </a:r>
            <a:r>
              <a:rPr altLang="en-US" dirty="0" lang="en-US" smtClean="0"/>
              <a:t>✔</a:t>
            </a:r>
            <a:r>
              <a:rPr dirty="0" lang="en-US" smtClean="0"/>
              <a:t>Forward pointer (fp): Moves ahead to detect the end of the lexeme.</a:t>
            </a:r>
            <a:endParaRPr dirty="0" lang="en-US" smtClean="0"/>
          </a:p>
          <a:p>
            <a:pPr indent="0" marL="0">
              <a:buNone/>
            </a:pPr>
            <a:endParaRPr dirty="0" lang="en-US" smtClean="0"/>
          </a:p>
        </p:txBody>
      </p:sp>
      <p:sp>
        <p:nvSpPr>
          <p:cNvPr id="1048594" name="Title 1"/>
          <p:cNvSpPr>
            <a:spLocks noGrp="1"/>
          </p:cNvSpPr>
          <p:nvPr/>
        </p:nvSpPr>
        <p:spPr>
          <a:xfrm>
            <a:off x="381000" y="762000"/>
            <a:ext cx="8229600" cy="838200"/>
          </a:xfrm>
          <a:prstGeom prst="rect"/>
        </p:spPr>
        <p:txBody>
          <a:bodyPr anchor="b" bIns="0" lIns="0" rIns="0" vert="horz">
            <a:noAutofit/>
          </a:bodyPr>
          <a:lstStyle>
            <a:lvl1pPr algn="l" eaLnBrk="1" hangingPunct="1" latinLnBrk="0" rtl="0">
              <a:spcBef>
                <a:spcPct val="0"/>
              </a:spcBef>
              <a:buNone/>
              <a:defRPr b="0" sz="5000" kern="1200" kumimoji="0">
                <a:ln>
                  <a:noFill/>
                </a:ln>
                <a:solidFill>
                  <a:schemeClr val="tx2"/>
                </a:solidFill>
                <a:effectLst/>
                <a:latin typeface="+mj-lt"/>
                <a:ea typeface="+mj-ea"/>
                <a:cs typeface="+mj-cs"/>
              </a:defRPr>
            </a:lvl1pPr>
          </a:lstStyle>
          <a:p>
            <a:pPr algn="ctr"/>
            <a:r>
              <a:rPr b="1" dirty="0" sz="4400" lang="en-US" smtClean="0"/>
              <a:t>     </a:t>
            </a:r>
            <a:endParaRPr dirty="0" sz="4400" lang="en-US"/>
          </a:p>
        </p:txBody>
      </p:sp>
      <p:sp>
        <p:nvSpPr>
          <p:cNvPr id="1048595" name="Title 1"/>
          <p:cNvSpPr>
            <a:spLocks noGrp="1"/>
          </p:cNvSpPr>
          <p:nvPr/>
        </p:nvSpPr>
        <p:spPr>
          <a:xfrm>
            <a:off x="533400" y="914400"/>
            <a:ext cx="8229600" cy="838200"/>
          </a:xfrm>
          <a:prstGeom prst="rect"/>
        </p:spPr>
        <p:txBody>
          <a:bodyPr anchor="b" bIns="0" lIns="0" rIns="0" vert="horz">
            <a:noAutofit/>
          </a:bodyPr>
          <a:lstStyle>
            <a:lvl1pPr algn="l" eaLnBrk="1" hangingPunct="1" latinLnBrk="0" rtl="0">
              <a:spcBef>
                <a:spcPct val="0"/>
              </a:spcBef>
              <a:buNone/>
              <a:defRPr b="0" sz="5000" kern="1200" kumimoji="0">
                <a:ln>
                  <a:noFill/>
                </a:ln>
                <a:solidFill>
                  <a:schemeClr val="tx2"/>
                </a:solidFill>
                <a:effectLst/>
                <a:latin typeface="+mj-lt"/>
                <a:ea typeface="+mj-ea"/>
                <a:cs typeface="+mj-cs"/>
              </a:defRPr>
            </a:lvl1pPr>
          </a:lstStyle>
          <a:p>
            <a:pPr algn="ctr"/>
            <a:endParaRPr dirty="0" sz="4400" lang="en-US"/>
          </a:p>
        </p:txBody>
      </p:sp>
      <p:sp>
        <p:nvSpPr>
          <p:cNvPr id="1048596" name="Title 1"/>
          <p:cNvSpPr>
            <a:spLocks noGrp="1"/>
          </p:cNvSpPr>
          <p:nvPr/>
        </p:nvSpPr>
        <p:spPr>
          <a:xfrm>
            <a:off x="685800" y="1066800"/>
            <a:ext cx="8229600" cy="838200"/>
          </a:xfrm>
          <a:prstGeom prst="rect"/>
        </p:spPr>
        <p:txBody>
          <a:bodyPr anchor="b" bIns="0" lIns="0" rIns="0" vert="horz">
            <a:noAutofit/>
          </a:bodyPr>
          <a:lstStyle>
            <a:lvl1pPr algn="l" eaLnBrk="1" hangingPunct="1" latinLnBrk="0" rtl="0">
              <a:spcBef>
                <a:spcPct val="0"/>
              </a:spcBef>
              <a:buNone/>
              <a:defRPr b="0" sz="5000" kern="1200" kumimoji="0">
                <a:ln>
                  <a:noFill/>
                </a:ln>
                <a:solidFill>
                  <a:schemeClr val="tx2"/>
                </a:solidFill>
                <a:effectLst/>
                <a:latin typeface="+mj-lt"/>
                <a:ea typeface="+mj-ea"/>
                <a:cs typeface="+mj-cs"/>
              </a:defRPr>
            </a:lvl1pPr>
          </a:lstStyle>
          <a:p>
            <a:pPr algn="ctr"/>
            <a:r>
              <a:rPr b="1" dirty="0" sz="4000" lang="en-US" smtClean="0"/>
              <a:t>input</a:t>
            </a:r>
            <a:r>
              <a:rPr b="1" dirty="0" sz="4000" lang="en-US" smtClean="0"/>
              <a:t> </a:t>
            </a:r>
            <a:r>
              <a:rPr b="1" dirty="0" sz="4000" lang="en-US" smtClean="0"/>
              <a:t>buffering</a:t>
            </a:r>
            <a:r>
              <a:rPr b="1" dirty="0" sz="4000" lang="en-US" smtClean="0"/>
              <a:t> </a:t>
            </a:r>
            <a:r>
              <a:rPr b="1" dirty="0" sz="4000" lang="en-US" smtClean="0"/>
              <a:t> </a:t>
            </a:r>
            <a:r>
              <a:rPr b="1" dirty="0" sz="4000" lang="en-US" smtClean="0"/>
              <a:t>in</a:t>
            </a:r>
            <a:r>
              <a:rPr b="1" dirty="0" sz="4000" lang="en-US" smtClean="0"/>
              <a:t> </a:t>
            </a:r>
            <a:r>
              <a:rPr b="1" dirty="0" sz="4000" lang="en-US" smtClean="0"/>
              <a:t>compiler</a:t>
            </a:r>
            <a:r>
              <a:rPr b="1" dirty="0" sz="4000" lang="en-US" smtClean="0"/>
              <a:t> </a:t>
            </a:r>
            <a:r>
              <a:rPr b="1" dirty="0" sz="4000" lang="en-US" smtClean="0"/>
              <a:t>design</a:t>
            </a:r>
            <a:endParaRPr dirty="0" sz="4000"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597" name="Title 1"/>
          <p:cNvSpPr>
            <a:spLocks noGrp="1"/>
          </p:cNvSpPr>
          <p:nvPr>
            <p:ph type="title"/>
          </p:nvPr>
        </p:nvSpPr>
        <p:spPr>
          <a:xfrm>
            <a:off x="457200" y="381000"/>
            <a:ext cx="8229600" cy="438912"/>
          </a:xfrm>
        </p:spPr>
        <p:txBody>
          <a:bodyPr>
            <a:normAutofit fontScale="90000"/>
          </a:bodyPr>
          <a:p>
            <a:r>
              <a:rPr dirty="0" lang="en-US" err="1" smtClean="0"/>
              <a:t>contd</a:t>
            </a:r>
            <a:endParaRPr dirty="0" lang="en-US"/>
          </a:p>
        </p:txBody>
      </p:sp>
      <p:sp>
        <p:nvSpPr>
          <p:cNvPr id="1048598" name="Content Placeholder 2"/>
          <p:cNvSpPr>
            <a:spLocks noGrp="1"/>
          </p:cNvSpPr>
          <p:nvPr>
            <p:ph idx="1"/>
          </p:nvPr>
        </p:nvSpPr>
        <p:spPr>
          <a:xfrm>
            <a:off x="457200" y="990600"/>
            <a:ext cx="8229600" cy="5638800"/>
          </a:xfrm>
        </p:spPr>
        <p:txBody>
          <a:bodyPr>
            <a:normAutofit/>
          </a:bodyPr>
          <a:p>
            <a:pPr indent="0" marL="0">
              <a:buNone/>
            </a:pPr>
            <a:endParaRPr dirty="0" i="1" lang="en-US" smtClean="0">
              <a:latin typeface="Book Antiqua" pitchFamily="18" charset="0"/>
            </a:endParaRPr>
          </a:p>
        </p:txBody>
      </p:sp>
      <p:pic>
        <p:nvPicPr>
          <p:cNvPr id="2097152" name=""/>
          <p:cNvPicPr>
            <a:picLocks/>
          </p:cNvPicPr>
          <p:nvPr/>
        </p:nvPicPr>
        <p:blipFill>
          <a:blip xmlns:r="http://schemas.openxmlformats.org/officeDocument/2006/relationships" r:embed="rId1"/>
          <a:stretch>
            <a:fillRect/>
          </a:stretch>
        </p:blipFill>
        <p:spPr>
          <a:xfrm rot="0">
            <a:off x="488314" y="1117755"/>
            <a:ext cx="8167372" cy="4622489"/>
          </a:xfrm>
          <a:prstGeom prst="rec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599" name="Title 1"/>
          <p:cNvSpPr>
            <a:spLocks noGrp="1"/>
          </p:cNvSpPr>
          <p:nvPr>
            <p:ph type="title"/>
          </p:nvPr>
        </p:nvSpPr>
        <p:spPr>
          <a:xfrm>
            <a:off x="533400" y="-45719"/>
            <a:ext cx="8229600" cy="45719"/>
          </a:xfrm>
        </p:spPr>
        <p:txBody>
          <a:bodyPr>
            <a:normAutofit fontScale="90000"/>
          </a:bodyPr>
          <a:p>
            <a:r>
              <a:rPr dirty="0" lang="en-US" smtClean="0"/>
              <a:t>.</a:t>
            </a:r>
            <a:endParaRPr dirty="0" lang="en-US"/>
          </a:p>
        </p:txBody>
      </p:sp>
      <p:sp>
        <p:nvSpPr>
          <p:cNvPr id="1048600" name="Content Placeholder 2"/>
          <p:cNvSpPr>
            <a:spLocks noGrp="1"/>
          </p:cNvSpPr>
          <p:nvPr>
            <p:ph idx="1"/>
          </p:nvPr>
        </p:nvSpPr>
        <p:spPr>
          <a:xfrm>
            <a:off x="457200" y="1447800"/>
            <a:ext cx="8229600" cy="4678363"/>
          </a:xfrm>
        </p:spPr>
        <p:txBody>
          <a:bodyPr/>
          <a:p>
            <a:pPr indent="0" marL="0">
              <a:buNone/>
            </a:pPr>
            <a:r>
              <a:rPr dirty="0" lang="en-US" smtClean="0"/>
              <a:t>For example, when scanning the input int a;, both bp and fp initially point to i. The fp advances until it encounters a whitespace, indicating the end of the lexeme "int". Then, both pointers move forward to the start of the next token.</a:t>
            </a:r>
            <a:endParaRPr dirty="0" lang="en-US" smtClean="0"/>
          </a:p>
          <a:p>
            <a:pPr indent="0" marL="0">
              <a:buNone/>
            </a:pPr>
            <a:endParaRPr dirty="0" lang="en-US"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601" name="Title 1"/>
          <p:cNvSpPr>
            <a:spLocks noGrp="1"/>
          </p:cNvSpPr>
          <p:nvPr>
            <p:ph type="title"/>
          </p:nvPr>
        </p:nvSpPr>
        <p:spPr>
          <a:xfrm>
            <a:off x="457200" y="695367"/>
            <a:ext cx="8229600" cy="1151721"/>
          </a:xfrm>
        </p:spPr>
        <p:txBody>
          <a:bodyPr>
            <a:normAutofit/>
          </a:bodyPr>
          <a:p>
            <a:r>
              <a:rPr dirty="0" lang="en-US"/>
              <a:t> </a:t>
            </a:r>
            <a:r>
              <a:rPr dirty="0" lang="en-US"/>
              <a:t> </a:t>
            </a:r>
            <a:r>
              <a:rPr dirty="0" lang="en-US"/>
              <a:t> </a:t>
            </a:r>
            <a:r>
              <a:rPr dirty="0" lang="en-US"/>
              <a:t> </a:t>
            </a:r>
            <a:r>
              <a:rPr dirty="0" lang="en-US"/>
              <a:t> </a:t>
            </a:r>
            <a:endParaRPr dirty="0" lang="en-US"/>
          </a:p>
        </p:txBody>
      </p:sp>
      <p:sp>
        <p:nvSpPr>
          <p:cNvPr id="1048602" name="Content Placeholder 2"/>
          <p:cNvSpPr>
            <a:spLocks noGrp="1"/>
          </p:cNvSpPr>
          <p:nvPr>
            <p:ph idx="1"/>
          </p:nvPr>
        </p:nvSpPr>
        <p:spPr>
          <a:xfrm>
            <a:off x="457200" y="2249460"/>
            <a:ext cx="8229600" cy="4389120"/>
          </a:xfrm>
        </p:spPr>
        <p:txBody>
          <a:bodyPr>
            <a:normAutofit/>
          </a:bodyPr>
          <a:p>
            <a:r>
              <a:rPr dirty="0" lang="en-US"/>
              <a:t>Input buffering is a technique where the compiler reads input in blocks (chunks) into a buffer instead of character by character from secondary storage.</a:t>
            </a:r>
          </a:p>
          <a:p>
            <a:r>
              <a:t> The lexical analyzer then processes characters from this buffer, which significantly reduces the number of system calls and improves performance</a:t>
            </a:r>
          </a:p>
          <a:p>
            <a:r>
              <a:t>The basic idea behind input buffering is to read a block of input from the source code into a buffer, and then process that buffer before reading the next block.</a:t>
            </a:r>
          </a:p>
          <a:p>
            <a:pPr indent="0" marL="0">
              <a:buNone/>
            </a:pPr>
          </a:p>
        </p:txBody>
      </p:sp>
      <p:sp>
        <p:nvSpPr>
          <p:cNvPr id="1048603" name="Title 1"/>
          <p:cNvSpPr>
            <a:spLocks noGrp="1"/>
          </p:cNvSpPr>
          <p:nvPr/>
        </p:nvSpPr>
        <p:spPr>
          <a:xfrm>
            <a:off x="664536" y="575827"/>
            <a:ext cx="8099960" cy="1276796"/>
          </a:xfrm>
          <a:prstGeom prst="rect"/>
        </p:spPr>
        <p:txBody>
          <a:bodyPr anchor="b" bIns="0" lIns="0" rIns="0" vert="horz">
            <a:normAutofit fontScale="98000" lnSpcReduction="20000"/>
          </a:bodyPr>
          <a:lstStyle>
            <a:lvl1pPr algn="l" eaLnBrk="1" hangingPunct="1" latinLnBrk="0" rtl="0">
              <a:spcBef>
                <a:spcPct val="0"/>
              </a:spcBef>
              <a:buNone/>
              <a:defRPr b="0" sz="5000" kern="1200" kumimoji="0">
                <a:ln>
                  <a:noFill/>
                </a:ln>
                <a:solidFill>
                  <a:schemeClr val="tx2"/>
                </a:solidFill>
                <a:effectLst/>
                <a:latin typeface="+mj-lt"/>
                <a:ea typeface="+mj-ea"/>
                <a:cs typeface="+mj-cs"/>
              </a:defRPr>
            </a:lvl1pPr>
          </a:lstStyle>
          <a:p>
            <a:br>
              <a:rPr b="1" dirty="0" lang="en-US"/>
            </a:br>
            <a:r>
              <a:rPr b="1" dirty="0" lang="en-US"/>
              <a:t> What is </a:t>
            </a:r>
            <a:r>
              <a:rPr b="1" dirty="0" lang="en-US"/>
              <a:t>Input</a:t>
            </a:r>
            <a:r>
              <a:rPr b="1" dirty="0" lang="en-US"/>
              <a:t> </a:t>
            </a:r>
            <a:r>
              <a:rPr b="1" dirty="0" lang="en-US"/>
              <a:t>buffering</a:t>
            </a:r>
            <a:r>
              <a:rPr b="1" dirty="0" lang="en-US"/>
              <a:t> </a:t>
            </a:r>
            <a:endParaRPr dirty="0"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1048604" name="Title 1"/>
          <p:cNvSpPr>
            <a:spLocks noGrp="1"/>
          </p:cNvSpPr>
          <p:nvPr>
            <p:ph type="title"/>
          </p:nvPr>
        </p:nvSpPr>
        <p:spPr>
          <a:xfrm>
            <a:off x="228599" y="0"/>
            <a:ext cx="8746080" cy="1059989"/>
          </a:xfrm>
        </p:spPr>
        <p:txBody>
          <a:bodyPr>
            <a:normAutofit/>
          </a:bodyPr>
          <a:p>
            <a:r>
              <a:rPr b="0" dirty="0" sz="3600" lang="en-US"/>
              <a:t>con</a:t>
            </a:r>
            <a:r>
              <a:rPr b="0" dirty="0" sz="3600" lang="en-US"/>
              <a:t>td</a:t>
            </a:r>
            <a:endParaRPr b="0" dirty="0" sz="3600" lang="en-US"/>
          </a:p>
        </p:txBody>
      </p:sp>
      <p:sp>
        <p:nvSpPr>
          <p:cNvPr id="1048605" name="Content Placeholder 2"/>
          <p:cNvSpPr>
            <a:spLocks noGrp="1"/>
          </p:cNvSpPr>
          <p:nvPr>
            <p:ph idx="1"/>
          </p:nvPr>
        </p:nvSpPr>
        <p:spPr>
          <a:xfrm>
            <a:off x="0" y="1516141"/>
            <a:ext cx="8686800" cy="4389120"/>
          </a:xfrm>
        </p:spPr>
        <p:txBody>
          <a:bodyPr>
            <a:normAutofit/>
          </a:bodyPr>
          <a:p>
            <a:r>
              <a:rPr altLang="en-US" dirty="0" lang="en-US" smtClean="0"/>
              <a:t>The size of the buffer can vary depending on the specific needs of the compiler and the characteristics of the source code being compiled.
Example: a compiler for a high-level programming language may use a larger buffer than a compiler for a low-level language, since high-level languages tend to have longer lines of code.</a:t>
            </a:r>
            <a:endParaRPr altLang="en-US" lang="zh-CN"/>
          </a:p>
          <a:p>
            <a:endParaRPr altLang="en-US" lang="zh-C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606" name="Title 1"/>
          <p:cNvSpPr>
            <a:spLocks noGrp="1"/>
          </p:cNvSpPr>
          <p:nvPr>
            <p:ph type="title"/>
          </p:nvPr>
        </p:nvSpPr>
        <p:spPr>
          <a:xfrm>
            <a:off x="457199" y="0"/>
            <a:ext cx="8229600" cy="994731"/>
          </a:xfrm>
        </p:spPr>
        <p:txBody>
          <a:bodyPr/>
          <a:p>
            <a:pPr algn="l"/>
            <a:r>
              <a:rPr b="0" dirty="0" sz="3600" lang="en-US" smtClean="0"/>
              <a:t>contd</a:t>
            </a:r>
            <a:endParaRPr b="0" dirty="0" sz="3600" lang="en-US"/>
          </a:p>
        </p:txBody>
      </p:sp>
      <p:sp>
        <p:nvSpPr>
          <p:cNvPr id="1048607" name="Content Placeholder 2"/>
          <p:cNvSpPr>
            <a:spLocks noGrp="1"/>
          </p:cNvSpPr>
          <p:nvPr>
            <p:ph idx="1"/>
          </p:nvPr>
        </p:nvSpPr>
        <p:spPr/>
        <p:txBody>
          <a:bodyPr/>
          <a:p>
            <a:pPr algn="just" indent="0" marL="0">
              <a:buNone/>
            </a:pPr>
            <a:endParaRPr dirty="0" lang="en-US">
              <a:solidFill>
                <a:schemeClr val="tx2"/>
              </a:solidFill>
              <a:latin typeface="Book Antiqua" pitchFamily="18" charset="0"/>
            </a:endParaRPr>
          </a:p>
        </p:txBody>
      </p:sp>
      <p:pic>
        <p:nvPicPr>
          <p:cNvPr id="2097153" name=""/>
          <p:cNvPicPr>
            <a:picLocks/>
          </p:cNvPicPr>
          <p:nvPr/>
        </p:nvPicPr>
        <p:blipFill>
          <a:blip xmlns:r="http://schemas.openxmlformats.org/officeDocument/2006/relationships" r:embed="rId1"/>
          <a:stretch>
            <a:fillRect/>
          </a:stretch>
        </p:blipFill>
        <p:spPr>
          <a:xfrm rot="0">
            <a:off x="509920" y="1257302"/>
            <a:ext cx="8124159" cy="4343395"/>
          </a:xfrm>
          <a:prstGeom prst="rec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08" name="Title 1"/>
          <p:cNvSpPr>
            <a:spLocks noGrp="1"/>
          </p:cNvSpPr>
          <p:nvPr>
            <p:ph type="title"/>
          </p:nvPr>
        </p:nvSpPr>
        <p:spPr>
          <a:xfrm>
            <a:off x="1651912" y="914400"/>
            <a:ext cx="7339688" cy="855184"/>
          </a:xfrm>
        </p:spPr>
        <p:txBody>
          <a:bodyPr>
            <a:normAutofit/>
          </a:bodyPr>
          <a:p>
            <a:r>
              <a:rPr b="1" dirty="0" sz="3600" lang="en-US"/>
              <a:t>what</a:t>
            </a:r>
            <a:r>
              <a:rPr b="1" dirty="0" sz="3600" lang="en-US"/>
              <a:t> </a:t>
            </a:r>
            <a:r>
              <a:rPr b="1" dirty="0" sz="3600" lang="en-US"/>
              <a:t>is</a:t>
            </a:r>
            <a:r>
              <a:rPr b="1" dirty="0" sz="3600" lang="en-US"/>
              <a:t> </a:t>
            </a:r>
            <a:r>
              <a:rPr b="1" dirty="0" sz="3600" lang="en-US"/>
              <a:t>input</a:t>
            </a:r>
            <a:r>
              <a:rPr b="1" dirty="0" sz="2700" lang="en-US"/>
              <a:t> </a:t>
            </a:r>
            <a:r>
              <a:rPr b="1" dirty="0" sz="3200" lang="en-US"/>
              <a:t>buffering</a:t>
            </a:r>
            <a:endParaRPr dirty="0" sz="3200" lang="en-US"/>
          </a:p>
        </p:txBody>
      </p:sp>
      <p:sp>
        <p:nvSpPr>
          <p:cNvPr id="1048609" name="Content Placeholder 2"/>
          <p:cNvSpPr>
            <a:spLocks noGrp="1"/>
          </p:cNvSpPr>
          <p:nvPr>
            <p:ph idx="1"/>
          </p:nvPr>
        </p:nvSpPr>
        <p:spPr>
          <a:xfrm>
            <a:off x="457200" y="2286000"/>
            <a:ext cx="8562345" cy="4800925"/>
          </a:xfrm>
        </p:spPr>
        <p:txBody>
          <a:bodyPr>
            <a:normAutofit fontScale="96154" lnSpcReduction="20000"/>
          </a:bodyPr>
          <a:p>
            <a:r>
              <a:rPr b="1" dirty="0" lang="en-US" smtClean="0">
                <a:solidFill>
                  <a:srgbClr val="000000"/>
                </a:solidFill>
              </a:rPr>
              <a:t> One of the main advantages of input buffering is that it can reduce the number of system calls required to read input from the source code. </a:t>
            </a:r>
            <a:endParaRPr dirty="0" lang="en-US" smtClean="0">
              <a:solidFill>
                <a:srgbClr val="000000"/>
              </a:solidFill>
            </a:endParaRPr>
          </a:p>
          <a:p>
            <a:r>
              <a:rPr dirty="0" lang="en-US" smtClean="0">
                <a:solidFill>
                  <a:srgbClr val="000000"/>
                </a:solidFill>
              </a:rPr>
              <a:t>Since each system call carries some overhead, reducing the number of calls can improve performance. Additionally, input buffering can simplify the design of the compiler by reducing the amount of code required to manage input.</a:t>
            </a:r>
            <a:endParaRPr dirty="0" lang="en-US" smtClean="0">
              <a:solidFill>
                <a:srgbClr val="000000"/>
              </a:solidFill>
            </a:endParaRPr>
          </a:p>
          <a:p>
            <a:r>
              <a:rPr dirty="0" lang="en-US" smtClean="0">
                <a:solidFill>
                  <a:srgbClr val="000000"/>
                </a:solidFill>
              </a:rPr>
              <a:t>The forward ptr moves ahead to search for end of lexeme. As soon as the blank space is encountered, it indicates end of lexeme. In above example as soon as ptr (fp) encounters a blank space the lexeme "int" is identified.</a:t>
            </a:r>
            <a:endParaRPr dirty="0" lang="en-US" smtClean="0">
              <a:solidFill>
                <a:srgbClr val="000000"/>
              </a:solidFill>
            </a:endParaRPr>
          </a:p>
          <a:p>
            <a:endParaRPr dirty="0" lang="en-US" smtClean="0">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610" name=""/>
          <p:cNvSpPr>
            <a:spLocks noGrp="1"/>
          </p:cNvSpPr>
          <p:nvPr>
            <p:ph type="title"/>
          </p:nvPr>
        </p:nvSpPr>
        <p:spPr/>
        <p:txBody>
          <a:bodyPr/>
          <a:p>
            <a:r>
              <a:rPr altLang="en-IN" lang="en-US"/>
              <a:t>con</a:t>
            </a:r>
            <a:r>
              <a:rPr altLang="en-IN" lang="en-US"/>
              <a:t>.</a:t>
            </a:r>
            <a:r>
              <a:rPr altLang="en-IN" lang="en-US"/>
              <a:t>.</a:t>
            </a:r>
            <a:endParaRPr lang="en-IN"/>
          </a:p>
        </p:txBody>
      </p:sp>
      <p:sp>
        <p:nvSpPr>
          <p:cNvPr id="1048611" name=""/>
          <p:cNvSpPr>
            <a:spLocks noGrp="1"/>
          </p:cNvSpPr>
          <p:nvPr>
            <p:ph idx="1"/>
          </p:nvPr>
        </p:nvSpPr>
        <p:spPr/>
        <p:txBody>
          <a:bodyPr/>
          <a:p>
            <a:pPr indent="0" marL="0">
              <a:buNone/>
            </a:pPr>
            <a:endParaRPr lang="en-IN"/>
          </a:p>
        </p:txBody>
      </p:sp>
      <p:pic>
        <p:nvPicPr>
          <p:cNvPr id="2097154" name=""/>
          <p:cNvPicPr>
            <a:picLocks/>
          </p:cNvPicPr>
          <p:nvPr/>
        </p:nvPicPr>
        <p:blipFill>
          <a:blip xmlns:r="http://schemas.openxmlformats.org/officeDocument/2006/relationships" r:embed="rId1"/>
          <a:stretch>
            <a:fillRect/>
          </a:stretch>
        </p:blipFill>
        <p:spPr>
          <a:xfrm rot="21583604">
            <a:off x="-288891" y="2025383"/>
            <a:ext cx="9144000" cy="4277436"/>
          </a:xfrm>
          <a:prstGeom prst="rec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612" name="Title 1"/>
          <p:cNvSpPr>
            <a:spLocks noGrp="1"/>
          </p:cNvSpPr>
          <p:nvPr>
            <p:ph type="title"/>
          </p:nvPr>
        </p:nvSpPr>
        <p:spPr>
          <a:xfrm>
            <a:off x="457200" y="-22860"/>
            <a:ext cx="8229600" cy="45719"/>
          </a:xfrm>
        </p:spPr>
        <p:txBody>
          <a:bodyPr>
            <a:normAutofit fontScale="90000"/>
          </a:bodyPr>
          <a:p>
            <a:r>
              <a:rPr dirty="0" lang="en-US" smtClean="0"/>
              <a:t>.</a:t>
            </a:r>
            <a:endParaRPr dirty="0" lang="en-US"/>
          </a:p>
        </p:txBody>
      </p:sp>
      <p:sp>
        <p:nvSpPr>
          <p:cNvPr id="1048613" name="Content Placeholder 2"/>
          <p:cNvSpPr>
            <a:spLocks noGrp="1"/>
          </p:cNvSpPr>
          <p:nvPr>
            <p:ph idx="1"/>
          </p:nvPr>
        </p:nvSpPr>
        <p:spPr>
          <a:xfrm>
            <a:off x="457200" y="990600"/>
            <a:ext cx="8229600" cy="5440363"/>
          </a:xfrm>
        </p:spPr>
        <p:txBody>
          <a:bodyPr>
            <a:normAutofit/>
          </a:bodyPr>
          <a:p>
            <a:r>
              <a:rPr b="1" dirty="0" lang="en-US"/>
              <a:t>The fp will be moved ahead at white space, when fp encounters white space, it ignore and moves ahead. then both the begin ptr (bp) and forward ptr(fp) are set at next token.</a:t>
            </a:r>
            <a:endParaRPr dirty="0" lang="en-US"/>
          </a:p>
          <a:p>
            <a:r>
              <a:rPr b="1" dirty="0" lang="en-US"/>
              <a:t>The input character is thus read from secondary storage, but reading in this way from secondary storage is costly</a:t>
            </a:r>
            <a:endParaRPr dirty="0" lang="en-US"/>
          </a:p>
          <a:p>
            <a:r>
              <a:rPr b="1" dirty="0" lang="en-US"/>
              <a:t>hence buffering technique is used.A block of data is first read into a buffer, and then second by lexical analyzer.</a:t>
            </a:r>
            <a:endParaRPr dirty="0" lang="en-US"/>
          </a:p>
          <a:p>
            <a:endParaRPr dirty="0"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14" name="Title 1"/>
          <p:cNvSpPr>
            <a:spLocks noGrp="1"/>
          </p:cNvSpPr>
          <p:nvPr>
            <p:ph type="title"/>
          </p:nvPr>
        </p:nvSpPr>
        <p:spPr>
          <a:xfrm>
            <a:off x="533400" y="762000"/>
            <a:ext cx="8229600" cy="715962"/>
          </a:xfrm>
        </p:spPr>
        <p:txBody>
          <a:bodyPr>
            <a:normAutofit fontScale="90000"/>
          </a:bodyPr>
          <a:p>
            <a:r>
              <a:rPr dirty="0" lang="en-US" err="1" smtClean="0"/>
              <a:t>Contd</a:t>
            </a:r>
            <a:endParaRPr dirty="0" lang="en-US"/>
          </a:p>
        </p:txBody>
      </p:sp>
      <p:sp>
        <p:nvSpPr>
          <p:cNvPr id="1048615" name="Content Placeholder 2"/>
          <p:cNvSpPr>
            <a:spLocks noGrp="1"/>
          </p:cNvSpPr>
          <p:nvPr>
            <p:ph idx="1"/>
          </p:nvPr>
        </p:nvSpPr>
        <p:spPr>
          <a:xfrm>
            <a:off x="609600" y="1676400"/>
            <a:ext cx="8229600" cy="4572000"/>
          </a:xfrm>
        </p:spPr>
        <p:txBody>
          <a:bodyPr>
            <a:normAutofit/>
          </a:bodyPr>
          <a:p>
            <a:pPr indent="0" marL="0">
              <a:buNone/>
            </a:pPr>
            <a:r>
              <a:rPr b="1" dirty="0" sz="3200" lang="en-US">
                <a:solidFill>
                  <a:srgbClr val="000000"/>
                </a:solidFill>
              </a:rPr>
              <a:t>      </a:t>
            </a:r>
            <a:endParaRPr b="1" sz="3200">
              <a:solidFill>
                <a:srgbClr val="000000"/>
              </a:solidFill>
            </a:endParaRPr>
          </a:p>
          <a:p>
            <a:pPr indent="0" marL="0">
              <a:buNone/>
            </a:pPr>
            <a:r>
              <a:rPr b="1" dirty="0" sz="3200" lang="en-US">
                <a:solidFill>
                  <a:srgbClr val="000000"/>
                </a:solidFill>
              </a:rPr>
              <a:t>   Method of input buffering</a:t>
            </a:r>
            <a:endParaRPr b="1" sz="3200">
              <a:solidFill>
                <a:srgbClr val="000000"/>
              </a:solidFill>
            </a:endParaRPr>
          </a:p>
          <a:p>
            <a:pPr indent="0" marL="0">
              <a:buNone/>
            </a:pPr>
            <a:r>
              <a:rPr b="1" dirty="0" sz="3200" lang="en-US">
                <a:solidFill>
                  <a:srgbClr val="000000"/>
                </a:solidFill>
              </a:rPr>
              <a:t>  </a:t>
            </a:r>
            <a:endParaRPr b="1" sz="3200">
              <a:solidFill>
                <a:srgbClr val="000000"/>
              </a:solidFill>
            </a:endParaRPr>
          </a:p>
          <a:p>
            <a:pPr indent="0" marL="0">
              <a:buNone/>
            </a:pPr>
            <a:r>
              <a:rPr b="1" dirty="0" sz="3200" lang="en-US">
                <a:solidFill>
                  <a:srgbClr val="000000"/>
                </a:solidFill>
              </a:rPr>
              <a:t>1.one -buffer scheme </a:t>
            </a:r>
            <a:endParaRPr b="1" sz="3200">
              <a:solidFill>
                <a:srgbClr val="000000"/>
              </a:solidFill>
            </a:endParaRPr>
          </a:p>
          <a:p>
            <a:pPr indent="0" marL="0">
              <a:buNone/>
            </a:pPr>
            <a:r>
              <a:rPr b="1" dirty="0" sz="3200" lang="en-US">
                <a:solidFill>
                  <a:srgbClr val="000000"/>
                </a:solidFill>
              </a:rPr>
              <a:t>2.two-buffer scheme </a:t>
            </a:r>
            <a:endParaRPr b="1" sz="3200">
              <a:solidFill>
                <a:srgbClr val="000000"/>
              </a:solidFill>
            </a:endParaRPr>
          </a:p>
          <a:p>
            <a:pPr indent="0" marL="0">
              <a:buNone/>
            </a:pPr>
            <a:endParaRPr b="1" sz="3200">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1048616" name="Title 1"/>
          <p:cNvSpPr>
            <a:spLocks noGrp="1"/>
          </p:cNvSpPr>
          <p:nvPr>
            <p:ph type="title"/>
          </p:nvPr>
        </p:nvSpPr>
        <p:spPr>
          <a:xfrm>
            <a:off x="228600" y="1143000"/>
            <a:ext cx="8229600" cy="743712"/>
          </a:xfrm>
        </p:spPr>
        <p:txBody>
          <a:bodyPr>
            <a:normAutofit/>
          </a:bodyPr>
          <a:p>
            <a:pPr indent="0" marL="0">
              <a:buNone/>
            </a:pPr>
            <a:r>
              <a:rPr dirty="0" sz="3200" lang="en-US"/>
              <a:t>1</a:t>
            </a:r>
            <a:r>
              <a:rPr dirty="0" sz="3200" lang="en-US"/>
              <a:t>.</a:t>
            </a:r>
            <a:r>
              <a:rPr dirty="0" sz="3200" lang="en-US"/>
              <a:t>one</a:t>
            </a:r>
            <a:r>
              <a:rPr dirty="0" sz="3200" lang="en-US"/>
              <a:t>-</a:t>
            </a:r>
            <a:r>
              <a:rPr dirty="0" sz="3200" lang="en-US"/>
              <a:t>buffer</a:t>
            </a:r>
            <a:r>
              <a:rPr dirty="0" sz="3200" lang="en-US"/>
              <a:t> </a:t>
            </a:r>
            <a:r>
              <a:rPr dirty="0" sz="3200" lang="en-US"/>
              <a:t>scheme</a:t>
            </a:r>
            <a:r>
              <a:rPr dirty="0" sz="3200" lang="en-US"/>
              <a:t> </a:t>
            </a:r>
            <a:endParaRPr dirty="0" sz="3200" lang="en-US"/>
          </a:p>
        </p:txBody>
      </p:sp>
      <p:sp>
        <p:nvSpPr>
          <p:cNvPr id="1048617" name="Content Placeholder 2"/>
          <p:cNvSpPr>
            <a:spLocks noGrp="1"/>
          </p:cNvSpPr>
          <p:nvPr>
            <p:ph idx="1"/>
          </p:nvPr>
        </p:nvSpPr>
        <p:spPr>
          <a:xfrm>
            <a:off x="228600" y="2286000"/>
            <a:ext cx="8763000" cy="4267200"/>
          </a:xfrm>
        </p:spPr>
        <p:txBody>
          <a:bodyPr>
            <a:normAutofit/>
          </a:bodyPr>
          <a:p>
            <a:pPr indent="0" lvl="0" marL="0">
              <a:buNone/>
            </a:pPr>
            <a:endParaRPr dirty="0" lang="en-US"/>
          </a:p>
        </p:txBody>
      </p:sp>
      <p:pic>
        <p:nvPicPr>
          <p:cNvPr id="2097155" name=""/>
          <p:cNvPicPr>
            <a:picLocks/>
          </p:cNvPicPr>
          <p:nvPr/>
        </p:nvPicPr>
        <p:blipFill>
          <a:blip xmlns:r="http://schemas.openxmlformats.org/officeDocument/2006/relationships" r:embed="rId1"/>
          <a:stretch>
            <a:fillRect/>
          </a:stretch>
        </p:blipFill>
        <p:spPr>
          <a:xfrm rot="0">
            <a:off x="228599" y="1261238"/>
            <a:ext cx="8781006" cy="5044994"/>
          </a:xfrm>
          <a:prstGeom prst="rec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48" name=""/>
        <p:cNvGrpSpPr/>
        <p:nvPr/>
      </p:nvGrpSpPr>
      <p:grpSpPr>
        <a:xfrm>
          <a:off x="0" y="0"/>
          <a:ext cx="0" cy="0"/>
          <a:chOff x="0" y="0"/>
          <a:chExt cx="0" cy="0"/>
        </a:xfrm>
      </p:grpSpPr>
      <p:sp>
        <p:nvSpPr>
          <p:cNvPr id="1048618" name="Title 1"/>
          <p:cNvSpPr>
            <a:spLocks noGrp="1"/>
          </p:cNvSpPr>
          <p:nvPr>
            <p:ph type="title"/>
          </p:nvPr>
        </p:nvSpPr>
        <p:spPr>
          <a:xfrm>
            <a:off x="457200" y="1143000"/>
            <a:ext cx="8229600" cy="1143000"/>
          </a:xfrm>
        </p:spPr>
        <p:txBody>
          <a:bodyPr>
            <a:normAutofit/>
          </a:bodyPr>
          <a:p>
            <a:r>
              <a:rPr dirty="0" lang="en-US"/>
              <a:t>con</a:t>
            </a:r>
            <a:r>
              <a:rPr dirty="0" lang="en-US"/>
              <a:t>.</a:t>
            </a:r>
            <a:r>
              <a:rPr dirty="0" lang="en-US"/>
              <a:t>.</a:t>
            </a:r>
            <a:r>
              <a:rPr dirty="0" lang="en-US"/>
              <a:t>.</a:t>
            </a:r>
            <a:r>
              <a:rPr dirty="0" lang="en-US"/>
              <a:t>.</a:t>
            </a:r>
            <a:endParaRPr dirty="0" lang="en-US"/>
          </a:p>
        </p:txBody>
      </p:sp>
      <p:sp>
        <p:nvSpPr>
          <p:cNvPr id="1048619" name="Content Placeholder 2"/>
          <p:cNvSpPr>
            <a:spLocks noGrp="1"/>
          </p:cNvSpPr>
          <p:nvPr>
            <p:ph idx="1"/>
          </p:nvPr>
        </p:nvSpPr>
        <p:spPr>
          <a:xfrm>
            <a:off x="457200" y="2590800"/>
            <a:ext cx="8229600" cy="3962400"/>
          </a:xfrm>
        </p:spPr>
        <p:txBody>
          <a:bodyPr>
            <a:normAutofit fontScale="85000" lnSpcReduction="20000"/>
          </a:bodyPr>
          <a:p>
            <a:pPr algn="just" indent="-457200" lvl="3" marL="457200">
              <a:buFont typeface="Wingdings" panose="05000000000000000000" pitchFamily="2" charset="2"/>
              <a:buChar char="q"/>
            </a:pPr>
            <a:r>
              <a:rPr dirty="0" sz="3200" lang="en-US" smtClean="0"/>
              <a:t> In this scheme, a single buffer is used to store a block of input.</a:t>
            </a:r>
            <a:endParaRPr dirty="0" lang="en-US"/>
          </a:p>
          <a:p>
            <a:pPr algn="just" indent="-457200" lvl="3" marL="457200">
              <a:buFont typeface="Wingdings" panose="05000000000000000000" pitchFamily="2" charset="2"/>
              <a:buChar char="q"/>
            </a:pPr>
            <a:r>
              <a:rPr dirty="0" sz="3200" lang="en-US" smtClean="0"/>
              <a:t>The fp scans characters within this buffer until the end of the buffer is reached.</a:t>
            </a:r>
            <a:endParaRPr dirty="0" lang="en-US"/>
          </a:p>
          <a:p>
            <a:pPr algn="just" indent="-457200" lvl="3" marL="457200">
              <a:buFont typeface="Wingdings" panose="05000000000000000000" pitchFamily="2" charset="2"/>
              <a:buChar char="q"/>
            </a:pPr>
            <a:r>
              <a:rPr dirty="0" sz="3200" lang="en-US" smtClean="0"/>
              <a:t>Problem: </a:t>
            </a:r>
            <a:endParaRPr dirty="0" lang="en-US"/>
          </a:p>
          <a:p>
            <a:pPr algn="just" indent="0" lvl="3" marL="0">
              <a:buNone/>
            </a:pPr>
            <a:r>
              <a:rPr dirty="0" sz="3200" lang="en-US" smtClean="0"/>
              <a:t>      </a:t>
            </a:r>
            <a:r>
              <a:rPr dirty="0" sz="3200" lang="en-US" smtClean="0"/>
              <a:t> </a:t>
            </a:r>
            <a:r>
              <a:rPr dirty="0" sz="3200" lang="en-US" smtClean="0"/>
              <a:t> </a:t>
            </a:r>
            <a:r>
              <a:rPr dirty="0" sz="3200" lang="en-US" smtClean="0"/>
              <a:t> </a:t>
            </a:r>
            <a:r>
              <a:rPr dirty="0" sz="3200" lang="en-US" smtClean="0"/>
              <a:t> </a:t>
            </a:r>
            <a:r>
              <a:rPr dirty="0" sz="3200" lang="en-US" smtClean="0"/>
              <a:t> </a:t>
            </a:r>
            <a:r>
              <a:rPr dirty="0" sz="3200" lang="en-US" smtClean="0"/>
              <a:t> 1.If a lexeme is longer than the buffer size, </a:t>
            </a:r>
            <a:endParaRPr dirty="0" lang="en-US"/>
          </a:p>
          <a:p>
            <a:pPr algn="just" indent="0" lvl="3" marL="0">
              <a:buNone/>
            </a:pPr>
            <a:r>
              <a:rPr dirty="0" sz="3200" lang="en-US" smtClean="0"/>
              <a:t>          </a:t>
            </a:r>
            <a:r>
              <a:rPr dirty="0" sz="3200" lang="en-US" smtClean="0"/>
              <a:t> </a:t>
            </a:r>
            <a:r>
              <a:rPr dirty="0" sz="3200" lang="en-US" smtClean="0"/>
              <a:t> </a:t>
            </a:r>
            <a:r>
              <a:rPr dirty="0" sz="3200" lang="en-US" smtClean="0"/>
              <a:t> </a:t>
            </a:r>
            <a:r>
              <a:rPr dirty="0" sz="3200" lang="en-US" smtClean="0"/>
              <a:t> </a:t>
            </a:r>
            <a:r>
              <a:rPr dirty="0" sz="3200" lang="en-US" smtClean="0"/>
              <a:t> </a:t>
            </a:r>
            <a:r>
              <a:rPr dirty="0" sz="3200" lang="en-US" smtClean="0"/>
              <a:t> </a:t>
            </a:r>
            <a:r>
              <a:rPr dirty="0" sz="3200" lang="en-US" smtClean="0"/>
              <a:t>part of the lexeme may cross the  buffer </a:t>
            </a:r>
            <a:endParaRPr dirty="0" lang="en-US"/>
          </a:p>
          <a:p>
            <a:pPr algn="just" indent="0" lvl="3" marL="0">
              <a:buNone/>
            </a:pPr>
            <a:r>
              <a:rPr dirty="0" sz="3200" lang="en-US" smtClean="0"/>
              <a:t>         </a:t>
            </a:r>
            <a:r>
              <a:rPr dirty="0" sz="3200" lang="en-US" smtClean="0"/>
              <a:t> </a:t>
            </a:r>
            <a:r>
              <a:rPr dirty="0" sz="3200" lang="en-US" smtClean="0"/>
              <a:t> </a:t>
            </a:r>
            <a:r>
              <a:rPr dirty="0" sz="3200" lang="en-US" smtClean="0"/>
              <a:t> </a:t>
            </a:r>
            <a:r>
              <a:rPr dirty="0" sz="3200" lang="en-US" smtClean="0"/>
              <a:t> </a:t>
            </a:r>
            <a:r>
              <a:rPr dirty="0" sz="3200" lang="en-US" smtClean="0"/>
              <a:t> </a:t>
            </a:r>
            <a:r>
              <a:rPr dirty="0" sz="3200" lang="en-US" smtClean="0"/>
              <a:t> </a:t>
            </a:r>
            <a:r>
              <a:rPr dirty="0" sz="3200" lang="en-US" smtClean="0"/>
              <a:t> </a:t>
            </a:r>
            <a:r>
              <a:rPr dirty="0" sz="3200" lang="en-US" smtClean="0"/>
              <a:t> boundary. </a:t>
            </a:r>
            <a:endParaRPr dirty="0" lang="en-US"/>
          </a:p>
          <a:p>
            <a:pPr algn="just" indent="0" lvl="3" marL="0">
              <a:buNone/>
            </a:pPr>
            <a:r>
              <a:rPr dirty="0" sz="3200" lang="en-US" smtClean="0"/>
              <a:t>         </a:t>
            </a:r>
            <a:r>
              <a:rPr dirty="0" sz="3200" lang="en-US" smtClean="0"/>
              <a:t> </a:t>
            </a:r>
            <a:r>
              <a:rPr dirty="0" sz="3200" lang="en-US" smtClean="0"/>
              <a:t>  2.Refilling the buffer overwrites the beginning </a:t>
            </a:r>
            <a:endParaRPr dirty="0" lang="en-US"/>
          </a:p>
          <a:p>
            <a:pPr algn="just" indent="0" lvl="3" marL="0">
              <a:buNone/>
            </a:pPr>
            <a:r>
              <a:rPr dirty="0" sz="3200" lang="en-US" smtClean="0"/>
              <a:t>               of the lexeme, causing errors</a:t>
            </a:r>
            <a:endParaRPr dirty="0" lang="en-US"/>
          </a:p>
          <a:p>
            <a:pPr algn="just" indent="-457200" lvl="3" marL="457200">
              <a:buFont typeface="Wingdings" panose="05000000000000000000" pitchFamily="2" charset="2"/>
              <a:buChar char="q"/>
            </a:pPr>
            <a:endParaRPr dirty="0"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620" name="Title 1"/>
          <p:cNvSpPr>
            <a:spLocks noGrp="1"/>
          </p:cNvSpPr>
          <p:nvPr>
            <p:ph type="title"/>
          </p:nvPr>
        </p:nvSpPr>
        <p:spPr>
          <a:xfrm>
            <a:off x="457200" y="579438"/>
            <a:ext cx="8229600" cy="868362"/>
          </a:xfrm>
        </p:spPr>
        <p:txBody>
          <a:bodyPr>
            <a:normAutofit/>
          </a:bodyPr>
          <a:p>
            <a:r>
              <a:rPr b="1" dirty="0" lang="en-US"/>
              <a:t>2</a:t>
            </a:r>
            <a:r>
              <a:rPr b="1" dirty="0" lang="en-US"/>
              <a:t>.</a:t>
            </a:r>
            <a:r>
              <a:rPr b="1" dirty="0" lang="en-US"/>
              <a:t>Two</a:t>
            </a:r>
            <a:r>
              <a:rPr b="1" dirty="0" lang="en-US"/>
              <a:t>-</a:t>
            </a:r>
            <a:r>
              <a:rPr b="1" dirty="0" lang="en-US"/>
              <a:t>buffer</a:t>
            </a:r>
            <a:r>
              <a:rPr b="1" dirty="0" lang="en-US"/>
              <a:t> </a:t>
            </a:r>
            <a:r>
              <a:rPr b="1" dirty="0" lang="en-US"/>
              <a:t> </a:t>
            </a:r>
            <a:r>
              <a:rPr b="1" dirty="0" lang="en-US"/>
              <a:t>scheme</a:t>
            </a:r>
            <a:r>
              <a:rPr b="1" dirty="0" lang="en-US"/>
              <a:t> </a:t>
            </a:r>
            <a:endParaRPr dirty="0" lang="en-US"/>
          </a:p>
        </p:txBody>
      </p:sp>
      <p:sp>
        <p:nvSpPr>
          <p:cNvPr id="1048621" name="Content Placeholder 2"/>
          <p:cNvSpPr>
            <a:spLocks noGrp="1"/>
          </p:cNvSpPr>
          <p:nvPr>
            <p:ph idx="1"/>
          </p:nvPr>
        </p:nvSpPr>
        <p:spPr>
          <a:xfrm>
            <a:off x="457200" y="1600200"/>
            <a:ext cx="8229600" cy="5029200"/>
          </a:xfrm>
        </p:spPr>
        <p:txBody>
          <a:bodyPr>
            <a:normAutofit/>
          </a:bodyPr>
          <a:p>
            <a:pPr algn="just"/>
            <a:r>
              <a:rPr b="1" dirty="0" lang="en-US"/>
              <a:t> To overcome the limitations of the one-buffer scheme, the two-buffer scheme is used.</a:t>
            </a:r>
          </a:p>
          <a:p>
            <a:pPr algn="just"/>
          </a:p>
        </p:txBody>
      </p:sp>
      <p:pic>
        <p:nvPicPr>
          <p:cNvPr id="2097156" name=""/>
          <p:cNvPicPr>
            <a:picLocks/>
          </p:cNvPicPr>
          <p:nvPr/>
        </p:nvPicPr>
        <p:blipFill>
          <a:blip xmlns:r="http://schemas.openxmlformats.org/officeDocument/2006/relationships" r:embed="rId1"/>
          <a:stretch>
            <a:fillRect/>
          </a:stretch>
        </p:blipFill>
        <p:spPr>
          <a:xfrm rot="0">
            <a:off x="82106" y="2596598"/>
            <a:ext cx="8979788" cy="3649503"/>
          </a:xfrm>
          <a:prstGeom prst="rec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sp>
        <p:nvSpPr>
          <p:cNvPr id="1048622" name="Title 1"/>
          <p:cNvSpPr>
            <a:spLocks noGrp="1"/>
          </p:cNvSpPr>
          <p:nvPr>
            <p:ph type="title"/>
          </p:nvPr>
        </p:nvSpPr>
        <p:spPr>
          <a:xfrm>
            <a:off x="533400" y="1219200"/>
            <a:ext cx="8229600" cy="1143000"/>
          </a:xfrm>
        </p:spPr>
        <p:txBody>
          <a:bodyPr>
            <a:noAutofit/>
          </a:bodyPr>
          <a:p>
            <a:r>
              <a:rPr b="1" dirty="0" sz="3600" lang="en-US"/>
              <a:t>con</a:t>
            </a:r>
            <a:r>
              <a:rPr b="1" dirty="0" sz="3600" lang="en-US"/>
              <a:t>.</a:t>
            </a:r>
            <a:r>
              <a:rPr b="1" dirty="0" sz="3600" lang="en-US"/>
              <a:t>.</a:t>
            </a:r>
            <a:r>
              <a:rPr b="1" dirty="0" sz="3600" lang="en-US"/>
              <a:t>.</a:t>
            </a:r>
            <a:endParaRPr dirty="0" sz="3600" lang="en-US"/>
          </a:p>
        </p:txBody>
      </p:sp>
      <p:sp>
        <p:nvSpPr>
          <p:cNvPr id="1048623" name="Content Placeholder 2"/>
          <p:cNvSpPr>
            <a:spLocks noGrp="1"/>
          </p:cNvSpPr>
          <p:nvPr>
            <p:ph idx="1"/>
          </p:nvPr>
        </p:nvSpPr>
        <p:spPr>
          <a:xfrm>
            <a:off x="457200" y="2667000"/>
            <a:ext cx="8229600" cy="3916363"/>
          </a:xfrm>
        </p:spPr>
        <p:txBody>
          <a:bodyPr>
            <a:normAutofit fontScale="96154" lnSpcReduction="20000"/>
          </a:bodyPr>
          <a:p>
            <a:pPr lvl="0"/>
            <a:r>
              <a:rPr dirty="0" lang="en-US"/>
              <a:t>Two</a:t>
            </a:r>
            <a:r>
              <a:rPr dirty="0" lang="en-US"/>
              <a:t> buffers of equal size are maintained.</a:t>
            </a:r>
            <a:endParaRPr dirty="0" lang="en-US"/>
          </a:p>
          <a:p>
            <a:pPr lvl="0"/>
            <a:r>
              <a:rPr dirty="0" lang="en-US"/>
              <a:t>They are filled alternately: when the fp reaches the end of one buffer, the other buffer is refilled with the next block of input.</a:t>
            </a:r>
            <a:endParaRPr dirty="0" lang="en-US"/>
          </a:p>
          <a:p>
            <a:pPr lvl="0"/>
            <a:r>
              <a:rPr dirty="0" lang="en-US"/>
              <a:t> </a:t>
            </a:r>
            <a:r>
              <a:rPr dirty="0" lang="en-US"/>
              <a:t> At the end of each buffer, a special sentinel character (EOF marker) is placed to indicate buffer boundaries.</a:t>
            </a:r>
            <a:endParaRPr dirty="0" lang="en-US"/>
          </a:p>
          <a:p>
            <a:pPr lvl="0"/>
            <a:r>
              <a:rPr dirty="0" lang="en-US"/>
              <a:t>Initially, both bp and fp point to the beginning of the first buffer. The fp moves ahead until a whitespace (end of lexeme) or sentinel is encountered.</a:t>
            </a:r>
            <a:endParaRPr dirty="0" lang="en-US"/>
          </a:p>
          <a:p>
            <a:pPr lvl="0"/>
            <a:endParaRPr dirty="0" lang="en-US"/>
          </a:p>
          <a:p>
            <a:pPr lvl="0"/>
            <a:endParaRPr dirty="0" lang="en-US"/>
          </a:p>
          <a:p>
            <a:pPr algn="just"/>
            <a:endParaRPr dirty="0" lang="en-US" smtClean="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51" name=""/>
        <p:cNvGrpSpPr/>
        <p:nvPr/>
      </p:nvGrpSpPr>
      <p:grpSpPr>
        <a:xfrm>
          <a:off x="0" y="0"/>
          <a:ext cx="0" cy="0"/>
          <a:chOff x="0" y="0"/>
          <a:chExt cx="0" cy="0"/>
        </a:xfrm>
      </p:grpSpPr>
      <p:sp>
        <p:nvSpPr>
          <p:cNvPr id="1048624" name="Title 1"/>
          <p:cNvSpPr>
            <a:spLocks noGrp="1"/>
          </p:cNvSpPr>
          <p:nvPr>
            <p:ph type="title"/>
          </p:nvPr>
        </p:nvSpPr>
        <p:spPr>
          <a:xfrm>
            <a:off x="457200" y="752590"/>
            <a:ext cx="8229600" cy="685800"/>
          </a:xfrm>
        </p:spPr>
        <p:txBody>
          <a:bodyPr>
            <a:normAutofit fontScale="90000"/>
          </a:bodyPr>
          <a:p>
            <a:r>
              <a:rPr b="1" dirty="0" lang="en-US" smtClean="0"/>
              <a:t>con</a:t>
            </a:r>
            <a:r>
              <a:rPr b="1" dirty="0" lang="en-US" smtClean="0"/>
              <a:t>.</a:t>
            </a:r>
            <a:r>
              <a:rPr b="1" dirty="0" lang="en-US" smtClean="0"/>
              <a:t>.</a:t>
            </a:r>
            <a:r>
              <a:rPr b="1" dirty="0" lang="en-US" smtClean="0"/>
              <a:t>.</a:t>
            </a:r>
            <a:endParaRPr dirty="0" lang="en-US"/>
          </a:p>
        </p:txBody>
      </p:sp>
      <p:sp>
        <p:nvSpPr>
          <p:cNvPr id="1048625" name="Content Placeholder 2"/>
          <p:cNvSpPr>
            <a:spLocks noGrp="1"/>
          </p:cNvSpPr>
          <p:nvPr>
            <p:ph idx="1"/>
          </p:nvPr>
        </p:nvSpPr>
        <p:spPr>
          <a:xfrm>
            <a:off x="457200" y="1905000"/>
            <a:ext cx="8229600" cy="4724400"/>
          </a:xfrm>
        </p:spPr>
        <p:txBody>
          <a:bodyPr>
            <a:normAutofit fontScale="81250" lnSpcReduction="20000"/>
          </a:bodyPr>
          <a:p>
            <a:pPr algn="just" indent="-342900" lvl="1" marL="342900">
              <a:buFont typeface="Arial" panose="020B0604020202020204" pitchFamily="34" charset="0"/>
              <a:buChar char="•"/>
            </a:pPr>
            <a:r>
              <a:rPr dirty="0" sz="3200" lang="en-US" smtClean="0"/>
              <a:t>When the sentinel is reached, the analyzer switches to the other buffer. This process continues until the source program is completely scanned.</a:t>
            </a:r>
            <a:endParaRPr dirty="0" sz="3200" lang="en-US" smtClean="0"/>
          </a:p>
          <a:p>
            <a:pPr algn="just" indent="-342900" lvl="1" marL="342900">
              <a:buFont typeface="Arial" panose="020B0604020202020204" pitchFamily="34" charset="0"/>
              <a:buChar char="•"/>
            </a:pPr>
            <a:endParaRPr dirty="0" sz="3200" lang="en-US" smtClean="0"/>
          </a:p>
          <a:p>
            <a:pPr algn="just" indent="-342900" lvl="1" marL="342900">
              <a:buFont typeface="Arial" panose="020B0604020202020204" pitchFamily="34" charset="0"/>
              <a:buChar char="•"/>
            </a:pPr>
            <a:r>
              <a:rPr dirty="0" sz="3200" lang="en-US" smtClean="0"/>
              <a:t>Even in this scheme, if a lexeme is longer than the buffer size, it still cannot be scanned completely.
</a:t>
            </a:r>
            <a:endParaRPr dirty="0" sz="3200" lang="en-US" smtClean="0"/>
          </a:p>
          <a:p>
            <a:pPr algn="just" indent="-342900" lvl="1" marL="342900">
              <a:buFont typeface="Arial" panose="020B0604020202020204" pitchFamily="34" charset="0"/>
              <a:buChar char="•"/>
            </a:pPr>
            <a:r>
              <a:rPr dirty="0" sz="3200" lang="en-US" smtClean="0"/>
              <a:t>Sentinel Usage: The sentinel character (eof) at the end of each buffer helps the lexical analyzer detect when to switch buffers without performing repeated boundary checks. This makes scanning more</a:t>
            </a:r>
            <a:endParaRPr dirty="0" sz="3200" lang="en-US" smtClean="0"/>
          </a:p>
          <a:p>
            <a:pPr algn="just" indent="-342900" lvl="1" marL="342900">
              <a:buFont typeface="Arial" panose="020B0604020202020204" pitchFamily="34" charset="0"/>
              <a:buChar char="•"/>
            </a:pPr>
            <a:r>
              <a:rPr dirty="0" sz="3200" lang="en-US" smtClean="0"/>
              <a:t>efficient.</a:t>
            </a:r>
            <a:endParaRPr dirty="0" sz="3200" lang="en-US" smtClean="0"/>
          </a:p>
          <a:p>
            <a:pPr algn="just" indent="-342900" lvl="1" marL="342900">
              <a:buFont typeface="Arial" panose="020B0604020202020204" pitchFamily="34" charset="0"/>
              <a:buChar char="•"/>
            </a:pPr>
            <a:endParaRPr dirty="0" sz="3200" lang="en-US" smtClean="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sp>
        <p:nvSpPr>
          <p:cNvPr id="1048626" name="Title 1"/>
          <p:cNvSpPr>
            <a:spLocks noGrp="1"/>
          </p:cNvSpPr>
          <p:nvPr>
            <p:ph type="title"/>
          </p:nvPr>
        </p:nvSpPr>
        <p:spPr>
          <a:xfrm>
            <a:off x="228600" y="990600"/>
            <a:ext cx="8229600" cy="515112"/>
          </a:xfrm>
        </p:spPr>
        <p:txBody>
          <a:bodyPr>
            <a:normAutofit fontScale="90000"/>
          </a:bodyPr>
          <a:p>
            <a:r>
              <a:rPr b="1" dirty="0" sz="5400" lang="en-US"/>
              <a:t> </a:t>
            </a:r>
            <a:r>
              <a:rPr b="1" dirty="0" sz="5400" lang="en-US"/>
              <a:t> </a:t>
            </a:r>
            <a:r>
              <a:rPr b="1" dirty="0" sz="5400" lang="en-US"/>
              <a:t> </a:t>
            </a:r>
            <a:r>
              <a:rPr b="1" dirty="0" sz="5400" lang="en-US"/>
              <a:t> </a:t>
            </a:r>
            <a:r>
              <a:rPr b="1" dirty="0" sz="5400" lang="en-US"/>
              <a:t> </a:t>
            </a:r>
            <a:r>
              <a:rPr b="1" dirty="0" sz="5400" lang="en-US"/>
              <a:t> </a:t>
            </a:r>
            <a:r>
              <a:rPr b="1" dirty="0" sz="5400" lang="en-US"/>
              <a:t> </a:t>
            </a:r>
            <a:r>
              <a:rPr b="1" dirty="0" sz="5400" lang="en-US"/>
              <a:t> </a:t>
            </a:r>
            <a:r>
              <a:rPr b="1" dirty="0" sz="5400" lang="en-US"/>
              <a:t> </a:t>
            </a:r>
            <a:r>
              <a:rPr b="1" dirty="0" sz="5400" lang="en-US"/>
              <a:t> </a:t>
            </a:r>
            <a:r>
              <a:rPr b="1" dirty="0" sz="5400" lang="en-US"/>
              <a:t>Advantage</a:t>
            </a:r>
            <a:r>
              <a:rPr b="1" dirty="0" sz="5400" lang="en-US"/>
              <a:t> </a:t>
            </a:r>
            <a:endParaRPr dirty="0" lang="en-US"/>
          </a:p>
        </p:txBody>
      </p:sp>
      <p:sp>
        <p:nvSpPr>
          <p:cNvPr id="1048627" name="Content Placeholder 2"/>
          <p:cNvSpPr>
            <a:spLocks noGrp="1"/>
          </p:cNvSpPr>
          <p:nvPr>
            <p:ph idx="1"/>
          </p:nvPr>
        </p:nvSpPr>
        <p:spPr>
          <a:xfrm>
            <a:off x="457200" y="1676400"/>
            <a:ext cx="8229600" cy="4741718"/>
          </a:xfrm>
        </p:spPr>
        <p:txBody>
          <a:bodyPr>
            <a:noAutofit/>
          </a:bodyPr>
          <a:p>
            <a:pPr algn="just"/>
            <a:r>
              <a:rPr dirty="0" sz="3200" lang="en-US" smtClean="0">
                <a:latin typeface="Book Antiqua" pitchFamily="18" charset="0"/>
              </a:rPr>
              <a:t>Reduced system calls: Reading in large blocks lowers I/O overhead.</a:t>
            </a:r>
            <a:endParaRPr dirty="0" sz="3200" lang="en-US"/>
          </a:p>
          <a:p>
            <a:pPr algn="just"/>
            <a:r>
              <a:rPr dirty="0" sz="3200" lang="en-US" smtClean="0">
                <a:latin typeface="Book Antiqua" pitchFamily="18" charset="0"/>
              </a:rPr>
              <a:t>Improved performance: Faster scanning compared to character-by-character reading.</a:t>
            </a:r>
            <a:endParaRPr dirty="0" sz="3200" lang="en-US"/>
          </a:p>
          <a:p>
            <a:pPr algn="just"/>
            <a:r>
              <a:rPr dirty="0" sz="3200" lang="en-US" smtClean="0">
                <a:latin typeface="Book Antiqua" pitchFamily="18" charset="0"/>
              </a:rPr>
              <a:t>Simpler compiler design: Reduces the complexity of input handling logic.</a:t>
            </a:r>
            <a:endParaRPr dirty="0" sz="3200" lang="en-US"/>
          </a:p>
          <a:p>
            <a:pPr algn="just"/>
            <a:endParaRPr dirty="0" sz="3200"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53" name=""/>
        <p:cNvGrpSpPr/>
        <p:nvPr/>
      </p:nvGrpSpPr>
      <p:grpSpPr>
        <a:xfrm>
          <a:off x="0" y="0"/>
          <a:ext cx="0" cy="0"/>
          <a:chOff x="0" y="0"/>
          <a:chExt cx="0" cy="0"/>
        </a:xfrm>
      </p:grpSpPr>
      <p:sp>
        <p:nvSpPr>
          <p:cNvPr id="1048628" name="Title 1"/>
          <p:cNvSpPr>
            <a:spLocks noGrp="1"/>
          </p:cNvSpPr>
          <p:nvPr>
            <p:ph type="title"/>
          </p:nvPr>
        </p:nvSpPr>
        <p:spPr/>
        <p:txBody>
          <a:bodyPr/>
          <a:p>
            <a:r>
              <a:rPr dirty="0" lang="en-US" err="1" smtClean="0"/>
              <a:t> </a:t>
            </a:r>
            <a:r>
              <a:rPr dirty="0" lang="en-US" err="1" smtClean="0"/>
              <a:t> </a:t>
            </a:r>
            <a:r>
              <a:rPr dirty="0" lang="en-US" err="1" smtClean="0"/>
              <a:t> </a:t>
            </a:r>
            <a:r>
              <a:rPr dirty="0" lang="en-US" err="1" smtClean="0"/>
              <a:t> </a:t>
            </a:r>
            <a:r>
              <a:rPr dirty="0" lang="en-US" err="1" smtClean="0"/>
              <a:t> </a:t>
            </a:r>
            <a:r>
              <a:rPr dirty="0" lang="en-US" err="1" smtClean="0"/>
              <a:t> </a:t>
            </a:r>
            <a:r>
              <a:rPr dirty="0" lang="en-US" err="1" smtClean="0"/>
              <a:t> </a:t>
            </a:r>
            <a:r>
              <a:rPr dirty="0" lang="en-US" err="1" smtClean="0"/>
              <a:t> </a:t>
            </a:r>
            <a:r>
              <a:rPr dirty="0" lang="en-US" err="1" smtClean="0"/>
              <a:t> </a:t>
            </a:r>
            <a:r>
              <a:rPr dirty="0" lang="en-US" err="1" smtClean="0"/>
              <a:t> </a:t>
            </a:r>
            <a:r>
              <a:rPr dirty="0" lang="en-US" err="1" smtClean="0"/>
              <a:t> </a:t>
            </a:r>
            <a:r>
              <a:rPr dirty="0" lang="en-US" err="1" smtClean="0"/>
              <a:t> </a:t>
            </a:r>
            <a:r>
              <a:rPr dirty="0" lang="en-US" err="1" smtClean="0"/>
              <a:t> </a:t>
            </a:r>
            <a:r>
              <a:rPr dirty="0" lang="en-US" err="1" smtClean="0"/>
              <a:t> </a:t>
            </a:r>
            <a:r>
              <a:rPr dirty="0" lang="en-US" err="1" smtClean="0"/>
              <a:t> </a:t>
            </a:r>
            <a:r>
              <a:rPr dirty="0" lang="en-US" err="1" smtClean="0"/>
              <a:t> </a:t>
            </a:r>
            <a:r>
              <a:rPr dirty="0" lang="en-US" err="1" smtClean="0"/>
              <a:t>Disadvantage</a:t>
            </a:r>
            <a:r>
              <a:rPr dirty="0" lang="en-US" err="1" smtClean="0"/>
              <a:t> </a:t>
            </a:r>
            <a:endParaRPr dirty="0" lang="en-US"/>
          </a:p>
        </p:txBody>
      </p:sp>
      <p:sp>
        <p:nvSpPr>
          <p:cNvPr id="1048629" name="Content Placeholder 2"/>
          <p:cNvSpPr>
            <a:spLocks noGrp="1"/>
          </p:cNvSpPr>
          <p:nvPr>
            <p:ph idx="1"/>
          </p:nvPr>
        </p:nvSpPr>
        <p:spPr/>
        <p:txBody>
          <a:bodyPr>
            <a:normAutofit/>
          </a:bodyPr>
          <a:p>
            <a:r>
              <a:rPr b="1" dirty="0" lang="en-US"/>
              <a:t>Memory overhead: Larger buffers consume more memory.</a:t>
            </a:r>
          </a:p>
          <a:p>
            <a:r>
              <a:rPr b="1" dirty="0" lang="en-US"/>
              <a:t>Management complexity: Incorrect handling of buffer refills may lead to errors.</a:t>
            </a:r>
          </a:p>
          <a:p>
            <a:r>
              <a:rPr b="1" dirty="0" lang="en-US"/>
              <a:t>Lexeme boundary issue: If a lexeme exceeds the buffer size, scanning may fail.</a:t>
            </a:r>
          </a:p>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54" name=""/>
        <p:cNvGrpSpPr/>
        <p:nvPr/>
      </p:nvGrpSpPr>
      <p:grpSpPr>
        <a:xfrm>
          <a:off x="0" y="0"/>
          <a:ext cx="0" cy="0"/>
          <a:chOff x="0" y="0"/>
          <a:chExt cx="0" cy="0"/>
        </a:xfrm>
      </p:grpSpPr>
      <p:sp>
        <p:nvSpPr>
          <p:cNvPr id="1048630" name="Title 1"/>
          <p:cNvSpPr>
            <a:spLocks noGrp="1"/>
          </p:cNvSpPr>
          <p:nvPr>
            <p:ph type="title"/>
          </p:nvPr>
        </p:nvSpPr>
        <p:spPr/>
        <p:txBody>
          <a:bodyPr/>
          <a:p>
            <a:r>
              <a:rPr dirty="0" lang="en-US" err="1" smtClean="0"/>
              <a:t> </a:t>
            </a:r>
            <a:r>
              <a:rPr dirty="0" lang="en-US" err="1" smtClean="0"/>
              <a:t> </a:t>
            </a:r>
            <a:r>
              <a:rPr dirty="0" lang="en-US" err="1" smtClean="0"/>
              <a:t> </a:t>
            </a:r>
            <a:r>
              <a:rPr dirty="0" lang="en-US" err="1" smtClean="0"/>
              <a:t> </a:t>
            </a:r>
            <a:r>
              <a:rPr dirty="0" lang="en-US" err="1" smtClean="0"/>
              <a:t> </a:t>
            </a:r>
            <a:r>
              <a:rPr dirty="0" lang="en-US" err="1" smtClean="0"/>
              <a:t> </a:t>
            </a:r>
            <a:r>
              <a:rPr dirty="0" lang="en-US" err="1" smtClean="0"/>
              <a:t> </a:t>
            </a:r>
            <a:r>
              <a:rPr dirty="0" lang="en-US" err="1" smtClean="0"/>
              <a:t> </a:t>
            </a:r>
            <a:r>
              <a:rPr dirty="0" lang="en-US" err="1" smtClean="0"/>
              <a:t> </a:t>
            </a:r>
            <a:r>
              <a:rPr dirty="0" lang="en-US" err="1" smtClean="0"/>
              <a:t> </a:t>
            </a:r>
            <a:r>
              <a:rPr dirty="0" lang="en-US" err="1" smtClean="0"/>
              <a:t> </a:t>
            </a:r>
            <a:r>
              <a:rPr dirty="0" lang="en-US" err="1" smtClean="0"/>
              <a:t>conclusion</a:t>
            </a:r>
            <a:r>
              <a:rPr dirty="0" lang="en-US" err="1" smtClean="0"/>
              <a:t> </a:t>
            </a:r>
            <a:endParaRPr dirty="0" lang="en-US"/>
          </a:p>
        </p:txBody>
      </p:sp>
      <p:sp>
        <p:nvSpPr>
          <p:cNvPr id="1048631" name="Content Placeholder 2"/>
          <p:cNvSpPr>
            <a:spLocks noGrp="1"/>
          </p:cNvSpPr>
          <p:nvPr>
            <p:ph idx="1"/>
          </p:nvPr>
        </p:nvSpPr>
        <p:spPr/>
        <p:txBody>
          <a:bodyPr>
            <a:normAutofit/>
          </a:bodyPr>
          <a:p>
            <a:r>
              <a:rPr b="1" dirty="0" lang="en-US" smtClean="0"/>
              <a:t>Input buffering is a crucial optimization in compiler design. By reading input in larger chunks using one-buffer or two-buffer schemes, it reduces I/O costs, improves efficiency, and simplifies lexical analysis. </a:t>
            </a:r>
          </a:p>
          <a:p>
            <a:r>
              <a:rPr b="1" dirty="0" lang="en-US" smtClean="0"/>
              <a:t>While buffer size and management must be carefully chosen to avoid errors, the advantages generally outweigh the disadvantages, making input buffering an essential technique in modern compiler implementations.</a:t>
            </a:r>
          </a:p>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1048632" name="Title 1"/>
          <p:cNvSpPr>
            <a:spLocks noGrp="1"/>
          </p:cNvSpPr>
          <p:nvPr>
            <p:ph type="title"/>
          </p:nvPr>
        </p:nvSpPr>
        <p:spPr>
          <a:xfrm>
            <a:off x="228600" y="-67056"/>
            <a:ext cx="8229600" cy="134112"/>
          </a:xfrm>
        </p:spPr>
        <p:txBody>
          <a:bodyPr>
            <a:normAutofit fontScale="90000"/>
          </a:bodyPr>
          <a:p>
            <a:r>
              <a:rPr dirty="0" lang="en-US" smtClean="0"/>
              <a:t>.</a:t>
            </a:r>
            <a:endParaRPr dirty="0" lang="en-US"/>
          </a:p>
        </p:txBody>
      </p:sp>
      <p:sp>
        <p:nvSpPr>
          <p:cNvPr id="1048633" name="Content Placeholder 2"/>
          <p:cNvSpPr>
            <a:spLocks noGrp="1"/>
          </p:cNvSpPr>
          <p:nvPr>
            <p:ph idx="1"/>
          </p:nvPr>
        </p:nvSpPr>
        <p:spPr/>
        <p:txBody>
          <a:bodyPr>
            <a:normAutofit/>
          </a:bodyPr>
          <a:p>
            <a:pPr algn="l">
              <a:buNone/>
            </a:pPr>
            <a:r>
              <a:rPr b="1" dirty="0" sz="6600" i="1" lang="en-US">
                <a:solidFill>
                  <a:srgbClr val="3399FF"/>
                </a:solidFill>
                <a:latin typeface="Noto Sans Bamum"/>
                <a:ea typeface="Noto Sans Bamum"/>
                <a:cs typeface="Noto Sans Bamum"/>
              </a:rPr>
              <a:t> </a:t>
            </a:r>
            <a:r>
              <a:rPr b="1" dirty="0" sz="6600" i="1" lang="en-US">
                <a:solidFill>
                  <a:srgbClr val="3399FF"/>
                </a:solidFill>
                <a:latin typeface="Noto Sans Bamum"/>
                <a:ea typeface="Noto Sans Bamum"/>
                <a:cs typeface="Noto Sans Bamum"/>
              </a:rPr>
              <a:t> </a:t>
            </a:r>
            <a:r>
              <a:rPr b="1" dirty="0" sz="6600" i="1" lang="en-US">
                <a:solidFill>
                  <a:srgbClr val="3399FF"/>
                </a:solidFill>
                <a:latin typeface="Noto Sans Bamum"/>
                <a:ea typeface="Noto Sans Bamum"/>
                <a:cs typeface="Noto Sans Bamum"/>
              </a:rPr>
              <a:t> </a:t>
            </a:r>
            <a:r>
              <a:rPr b="1" dirty="0" sz="6600" i="1" lang="en-US">
                <a:solidFill>
                  <a:srgbClr val="3399FF"/>
                </a:solidFill>
                <a:latin typeface="Noto Sans Bamum"/>
                <a:ea typeface="Noto Sans Bamum"/>
                <a:cs typeface="Noto Sans Bamum"/>
              </a:rPr>
              <a:t> </a:t>
            </a:r>
            <a:endParaRPr b="1" dirty="0" sz="5400" i="1" lang="en-US">
              <a:solidFill>
                <a:srgbClr val="3399FF"/>
              </a:solidFill>
              <a:latin typeface="Noto Sans Bamum"/>
              <a:ea typeface="Noto Sans Bamum"/>
              <a:cs typeface="Noto Sans Bamum"/>
            </a:endParaRPr>
          </a:p>
          <a:p>
            <a:pPr algn="l">
              <a:buNone/>
            </a:pPr>
            <a:r>
              <a:rPr b="1" dirty="0" sz="5400" i="1" lang="en-US">
                <a:solidFill>
                  <a:srgbClr val="3399FF"/>
                </a:solidFill>
                <a:latin typeface="Noto Sans Bamum"/>
                <a:ea typeface="Noto Sans Bamum"/>
                <a:cs typeface="Noto Sans Bamum"/>
              </a:rPr>
              <a:t> </a:t>
            </a:r>
            <a:r>
              <a:rPr b="1" dirty="0" sz="5400" i="1" lang="en-US">
                <a:solidFill>
                  <a:srgbClr val="3399FF"/>
                </a:solidFill>
                <a:latin typeface="Noto Sans Bamum"/>
                <a:ea typeface="Noto Sans Bamum"/>
                <a:cs typeface="Noto Sans Bamum"/>
              </a:rPr>
              <a:t> </a:t>
            </a:r>
            <a:r>
              <a:rPr b="1" dirty="0" sz="5400" i="1" lang="en-US">
                <a:solidFill>
                  <a:srgbClr val="3399FF"/>
                </a:solidFill>
                <a:latin typeface="Noto Sans Bamum"/>
                <a:ea typeface="Noto Sans Bamum"/>
                <a:cs typeface="Noto Sans Bamum"/>
              </a:rPr>
              <a:t> </a:t>
            </a:r>
            <a:r>
              <a:rPr b="1" dirty="0" sz="5400" i="1" lang="en-US">
                <a:solidFill>
                  <a:srgbClr val="3399FF"/>
                </a:solidFill>
                <a:latin typeface="Noto Sans Bamum"/>
                <a:ea typeface="Noto Sans Bamum"/>
                <a:cs typeface="Noto Sans Bamum"/>
              </a:rPr>
              <a:t> </a:t>
            </a:r>
            <a:r>
              <a:rPr b="1" dirty="0" sz="5400" i="1" lang="en-US">
                <a:solidFill>
                  <a:srgbClr val="3399FF"/>
                </a:solidFill>
                <a:latin typeface="Noto Sans Bamum"/>
                <a:ea typeface="Noto Sans Bamum"/>
                <a:cs typeface="Noto Sans Bamum"/>
              </a:rPr>
              <a:t> </a:t>
            </a:r>
            <a:r>
              <a:rPr b="1" dirty="0" sz="5400" i="1" lang="en-US">
                <a:solidFill>
                  <a:srgbClr val="3399FF"/>
                </a:solidFill>
                <a:latin typeface="Noto Sans Bamum"/>
                <a:ea typeface="Noto Sans Bamum"/>
                <a:cs typeface="Noto Sans Bamum"/>
              </a:rPr>
              <a:t> </a:t>
            </a:r>
            <a:r>
              <a:rPr b="1" dirty="0" sz="5400" i="1" lang="en-US">
                <a:solidFill>
                  <a:srgbClr val="3399FF"/>
                </a:solidFill>
                <a:latin typeface="Noto Sans Bamum"/>
                <a:ea typeface="Noto Sans Bamum"/>
                <a:cs typeface="Noto Sans Bamum"/>
              </a:rPr>
              <a:t> </a:t>
            </a:r>
            <a:r>
              <a:rPr b="1" dirty="0" sz="5400" i="1" lang="en-US">
                <a:solidFill>
                  <a:srgbClr val="3399FF"/>
                </a:solidFill>
                <a:latin typeface="Noto Sans Bamum"/>
                <a:ea typeface="Noto Sans Bamum"/>
                <a:cs typeface="Noto Sans Bamum"/>
              </a:rPr>
              <a:t> </a:t>
            </a:r>
            <a:r>
              <a:rPr b="1" dirty="0" sz="5400" i="1" lang="en-US">
                <a:solidFill>
                  <a:srgbClr val="3399FF"/>
                </a:solidFill>
                <a:latin typeface="Noto Sans Bamum"/>
                <a:ea typeface="Noto Sans Bamum"/>
                <a:cs typeface="Noto Sans Bamum"/>
              </a:rPr>
              <a:t>Thank</a:t>
            </a:r>
            <a:r>
              <a:rPr b="1" dirty="0" sz="5400" i="1" lang="en-US">
                <a:solidFill>
                  <a:srgbClr val="3399FF"/>
                </a:solidFill>
                <a:latin typeface="Noto Sans Bamum"/>
                <a:ea typeface="Noto Sans Bamum"/>
                <a:cs typeface="Noto Sans Bamum"/>
              </a:rPr>
              <a:t> </a:t>
            </a:r>
            <a:r>
              <a:rPr b="1" dirty="0" sz="5400" i="1" lang="en-US">
                <a:solidFill>
                  <a:srgbClr val="3399FF"/>
                </a:solidFill>
                <a:latin typeface="Noto Sans Bamum"/>
                <a:ea typeface="Noto Sans Bamum"/>
                <a:cs typeface="Noto Sans Bamum"/>
              </a:rPr>
              <a:t>you</a:t>
            </a:r>
            <a:r>
              <a:rPr b="1" dirty="0" sz="5400" i="1" lang="en-US">
                <a:solidFill>
                  <a:srgbClr val="3399FF"/>
                </a:solidFill>
                <a:latin typeface="Noto Sans Bamum"/>
                <a:ea typeface="Noto Sans Bamum"/>
                <a:cs typeface="Noto Sans Bamum"/>
              </a:rPr>
              <a:t> </a:t>
            </a:r>
            <a:r>
              <a:rPr b="1" dirty="0" sz="5400" i="1" lang="en-US">
                <a:solidFill>
                  <a:srgbClr val="3399FF"/>
                </a:solidFill>
                <a:latin typeface="Noto Sans Bamum"/>
                <a:ea typeface="Noto Sans Bamum"/>
                <a:cs typeface="Noto Sans Bamum"/>
              </a:rPr>
              <a:t>for</a:t>
            </a:r>
            <a:endParaRPr b="1" dirty="0" sz="5400" i="1" lang="en-US">
              <a:solidFill>
                <a:srgbClr val="3399FF"/>
              </a:solidFill>
              <a:latin typeface="Noto Sans Bamum"/>
              <a:ea typeface="Noto Sans Bamum"/>
              <a:cs typeface="Noto Sans Bamum"/>
            </a:endParaRPr>
          </a:p>
          <a:p>
            <a:pPr algn="l">
              <a:buNone/>
            </a:pPr>
            <a:r>
              <a:rPr b="1" dirty="0" sz="5400" i="1" lang="en-US">
                <a:solidFill>
                  <a:srgbClr val="3399FF"/>
                </a:solidFill>
                <a:latin typeface="Noto Sans Bamum"/>
                <a:ea typeface="Noto Sans Bamum"/>
                <a:cs typeface="Noto Sans Bamum"/>
              </a:rPr>
              <a:t> </a:t>
            </a:r>
            <a:r>
              <a:rPr b="1" dirty="0" sz="5400" i="1" lang="en-US">
                <a:solidFill>
                  <a:srgbClr val="3399FF"/>
                </a:solidFill>
                <a:latin typeface="Noto Sans Bamum"/>
                <a:ea typeface="Noto Sans Bamum"/>
                <a:cs typeface="Noto Sans Bamum"/>
              </a:rPr>
              <a:t> </a:t>
            </a:r>
            <a:r>
              <a:rPr b="1" dirty="0" sz="5400" i="1" lang="en-US">
                <a:solidFill>
                  <a:srgbClr val="3399FF"/>
                </a:solidFill>
                <a:latin typeface="Noto Sans Bamum"/>
                <a:ea typeface="Noto Sans Bamum"/>
                <a:cs typeface="Noto Sans Bamum"/>
              </a:rPr>
              <a:t> </a:t>
            </a:r>
            <a:r>
              <a:rPr b="1" dirty="0" sz="5400" i="1" lang="en-US">
                <a:solidFill>
                  <a:srgbClr val="3399FF"/>
                </a:solidFill>
                <a:latin typeface="Noto Sans Bamum"/>
                <a:ea typeface="Noto Sans Bamum"/>
                <a:cs typeface="Noto Sans Bamum"/>
              </a:rPr>
              <a:t> </a:t>
            </a:r>
            <a:r>
              <a:rPr b="1" dirty="0" sz="5400" i="1" lang="en-US">
                <a:solidFill>
                  <a:srgbClr val="3399FF"/>
                </a:solidFill>
                <a:latin typeface="Noto Sans Bamum"/>
                <a:ea typeface="Noto Sans Bamum"/>
                <a:cs typeface="Noto Sans Bamum"/>
              </a:rPr>
              <a:t> </a:t>
            </a:r>
            <a:r>
              <a:rPr b="1" dirty="0" sz="5400" i="1" lang="en-US">
                <a:solidFill>
                  <a:srgbClr val="3399FF"/>
                </a:solidFill>
                <a:latin typeface="Noto Sans Bamum"/>
                <a:ea typeface="Noto Sans Bamum"/>
                <a:cs typeface="Noto Sans Bamum"/>
              </a:rPr>
              <a:t> </a:t>
            </a:r>
            <a:r>
              <a:rPr b="1" dirty="0" sz="5400" i="1" lang="en-US">
                <a:solidFill>
                  <a:srgbClr val="3399FF"/>
                </a:solidFill>
                <a:latin typeface="Noto Sans Bamum"/>
                <a:ea typeface="Noto Sans Bamum"/>
                <a:cs typeface="Noto Sans Bamum"/>
              </a:rPr>
              <a:t> </a:t>
            </a:r>
            <a:r>
              <a:rPr b="1" dirty="0" sz="5400" i="1" lang="en-US">
                <a:solidFill>
                  <a:srgbClr val="3399FF"/>
                </a:solidFill>
                <a:latin typeface="Noto Sans Bamum"/>
                <a:ea typeface="Noto Sans Bamum"/>
                <a:cs typeface="Noto Sans Bamum"/>
              </a:rPr>
              <a:t> </a:t>
            </a:r>
            <a:r>
              <a:rPr b="1" dirty="0" sz="5400" i="1" lang="en-US">
                <a:solidFill>
                  <a:srgbClr val="3399FF"/>
                </a:solidFill>
                <a:latin typeface="Noto Sans Bamum"/>
                <a:ea typeface="Noto Sans Bamum"/>
                <a:cs typeface="Noto Sans Bamum"/>
              </a:rPr>
              <a:t> </a:t>
            </a:r>
            <a:r>
              <a:rPr b="1" dirty="0" sz="5400" i="1" lang="en-US">
                <a:solidFill>
                  <a:srgbClr val="3399FF"/>
                </a:solidFill>
                <a:latin typeface="Noto Sans Bamum"/>
                <a:ea typeface="Noto Sans Bamum"/>
                <a:cs typeface="Noto Sans Bamum"/>
              </a:rPr>
              <a:t> </a:t>
            </a:r>
            <a:r>
              <a:rPr b="1" dirty="0" sz="5400" i="1" lang="en-US">
                <a:solidFill>
                  <a:srgbClr val="3399FF"/>
                </a:solidFill>
                <a:latin typeface="Noto Sans Bamum"/>
                <a:ea typeface="Noto Sans Bamum"/>
                <a:cs typeface="Noto Sans Bamum"/>
              </a:rPr>
              <a:t> </a:t>
            </a:r>
            <a:r>
              <a:rPr b="1" dirty="0" sz="5400" i="1" lang="en-US">
                <a:solidFill>
                  <a:srgbClr val="3399FF"/>
                </a:solidFill>
                <a:latin typeface="Noto Sans Bamum"/>
                <a:ea typeface="Noto Sans Bamum"/>
                <a:cs typeface="Noto Sans Bamum"/>
              </a:rPr>
              <a:t> </a:t>
            </a:r>
            <a:r>
              <a:rPr b="1" dirty="0" sz="5400" i="1" lang="en-US">
                <a:solidFill>
                  <a:srgbClr val="3399FF"/>
                </a:solidFill>
                <a:latin typeface="Noto Sans Bamum"/>
                <a:ea typeface="Noto Sans Bamum"/>
                <a:cs typeface="Noto Sans Bamum"/>
              </a:rPr>
              <a:t>watching</a:t>
            </a:r>
            <a:r>
              <a:rPr b="1" dirty="0" sz="5400" i="1" lang="en-US">
                <a:solidFill>
                  <a:srgbClr val="3399FF"/>
                </a:solidFill>
                <a:latin typeface="Noto Sans Bamum"/>
                <a:ea typeface="Noto Sans Bamum"/>
                <a:cs typeface="Noto Sans Bamum"/>
              </a:rPr>
              <a:t>.</a:t>
            </a:r>
            <a:endParaRPr b="1" dirty="0" sz="5400" i="1" lang="en-US">
              <a:solidFill>
                <a:srgbClr val="3399FF"/>
              </a:solidFill>
              <a:latin typeface="Noto Sans Bamum"/>
              <a:ea typeface="Noto Sans Bamum"/>
              <a:cs typeface="Noto Sans Bamum"/>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lastClr="000000" val="windowText"/>
      </a:dk1>
      <a:lt1>
        <a:sysClr lastClr="FFFFFF" val="window"/>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algn="ctr" blurRad="57150" dir="5400000" dist="38100" rotWithShape="0">
              <a:schemeClr val="phClr">
                <a:shade val="9000"/>
                <a:alpha val="48000"/>
                <a:satMod val="105000"/>
              </a:schemeClr>
            </a:outerShdw>
          </a:effectLst>
        </a:effectStyle>
        <a:effectStyle>
          <a:effectLst>
            <a:outerShdw algn="ctr" blurRad="57150" dir="5400000" dist="38100" rotWithShape="0">
              <a:schemeClr val="phClr">
                <a:shade val="9000"/>
                <a:alpha val="48000"/>
                <a:satMod val="105000"/>
              </a:schemeClr>
            </a:outerShdw>
          </a:effectLst>
        </a:effectStyle>
        <a:effectStyle>
          <a:effectLst>
            <a:outerShdw algn="ctr" blurRad="57150" dir="5400000" dist="38100" rotWithShape="0">
              <a:schemeClr val="phClr">
                <a:shade val="9000"/>
                <a:alpha val="48000"/>
                <a:satMod val="105000"/>
              </a:schemeClr>
            </a:outerShdw>
          </a:effectLst>
          <a:scene3d>
            <a:camera prst="orthographicFront">
              <a:rot lat="0" lon="0" rev="0"/>
            </a:camera>
            <a:lightRig dir="tl" rig="glow">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algn="tl" flip="none" sx="65000" sy="65000" tx="0" ty="0"/>
        </a:blip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12.0000</AppVersion>
</Properties>
</file>

<file path=docProps/core.xml><?xml version="1.0" encoding="utf-8"?>
<cp:coreProperties xmlns:cp="http://schemas.openxmlformats.org/package/2006/metadata/core-properties" xmlns:dc="http://purl.org/dc/elements/1.1/" xmlns:dcterms="http://purl.org/dc/terms/" xmlns:xsi="http://www.w3.org/2001/XMLSchema-instance">
  <dc:title>UNIT – I      INTRODUCTION</dc:title>
  <dc:creator>agaddisu@gmail.com</dc:creator>
  <cp:lastModifiedBy>Kasahun-Garag</cp:lastModifiedBy>
  <dcterms:created xsi:type="dcterms:W3CDTF">2016-11-22T02:29:30Z</dcterms:created>
  <dcterms:modified xsi:type="dcterms:W3CDTF">2026-01-22T14:07:29Z</dcterms:modified>
</cp:coreProperties>
</file>